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8"/>
  </p:handoutMasterIdLst>
  <p:sldIdLst>
    <p:sldId id="256" r:id="rId3"/>
    <p:sldId id="257" r:id="rId5"/>
    <p:sldId id="258" r:id="rId6"/>
    <p:sldId id="259"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29B69"/>
    <a:srgbClr val="88B17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51" d="100"/>
          <a:sy n="51" d="100"/>
        </p:scale>
        <p:origin x="96" y="14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handoutMaster" Target="handoutMasters/handoutMaster1.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Placeholder0"/>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Placeholder1"/>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Placeholder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Placeholder3"/>
          <p:cNvSpPr>
            <a:spLocks noGrp="1"/>
          </p:cNvSpPr>
          <p:nvPr>
            <p:ph type="ftr" sz="quarter" idx="11"/>
          </p:nvPr>
        </p:nvSpPr>
        <p:spPr/>
        <p:txBody>
          <a:bodyPr/>
          <a:lstStyle/>
          <a:p>
            <a:endParaRPr lang="zh-CN" altLang="en-US"/>
          </a:p>
        </p:txBody>
      </p:sp>
      <p:sp>
        <p:nvSpPr>
          <p:cNvPr id="6" name="Placeholder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Placeholder0"/>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Placeholder1"/>
          <p:cNvSpPr>
            <a:spLocks noGrp="1"/>
          </p:cNvSpPr>
          <p:nvPr>
            <p:ph type="ftr" sz="quarter" idx="11"/>
          </p:nvPr>
        </p:nvSpPr>
        <p:spPr/>
        <p:txBody>
          <a:bodyPr/>
          <a:lstStyle/>
          <a:p>
            <a:endParaRPr lang="zh-CN" altLang="en-US"/>
          </a:p>
        </p:txBody>
      </p:sp>
      <p:sp>
        <p:nvSpPr>
          <p:cNvPr id="4" name="Placeholder2"/>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Placeholder0"/>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Placeholder1"/>
          <p:cNvSpPr>
            <a:spLocks noGrp="1"/>
          </p:cNvSpPr>
          <p:nvPr>
            <p:ph type="ftr" sz="quarter" idx="11"/>
          </p:nvPr>
        </p:nvSpPr>
        <p:spPr/>
        <p:txBody>
          <a:bodyPr/>
          <a:lstStyle/>
          <a:p>
            <a:endParaRPr lang="zh-CN" altLang="en-US"/>
          </a:p>
        </p:txBody>
      </p:sp>
      <p:sp>
        <p:nvSpPr>
          <p:cNvPr id="4" name="Placeholder2"/>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5" name="AutoShape3"/>
          <p:cNvSpPr/>
          <p:nvPr userDrawn="1"/>
        </p:nvSpPr>
        <p:spPr>
          <a:xfrm>
            <a:off x="328295" y="346075"/>
            <a:ext cx="11535410" cy="6165215"/>
          </a:xfrm>
          <a:prstGeom prst="rect">
            <a:avLst/>
          </a:prstGeom>
          <a:noFill/>
          <a:ln w="349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Picture4" descr="花"/>
          <p:cNvPicPr>
            <a:picLocks noChangeAspect="1"/>
          </p:cNvPicPr>
          <p:nvPr userDrawn="1"/>
        </p:nvPicPr>
        <p:blipFill>
          <a:blip r:embed="rId2"/>
          <a:stretch>
            <a:fillRect/>
          </a:stretch>
        </p:blipFill>
        <p:spPr>
          <a:xfrm>
            <a:off x="7676515" y="0"/>
            <a:ext cx="4515485" cy="420116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Placeholder0"/>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Placeholder1"/>
          <p:cNvSpPr>
            <a:spLocks noGrp="1"/>
          </p:cNvSpPr>
          <p:nvPr>
            <p:ph type="ftr" sz="quarter" idx="11"/>
          </p:nvPr>
        </p:nvSpPr>
        <p:spPr/>
        <p:txBody>
          <a:bodyPr/>
          <a:lstStyle/>
          <a:p>
            <a:endParaRPr lang="zh-CN" altLang="en-US"/>
          </a:p>
        </p:txBody>
      </p:sp>
      <p:sp>
        <p:nvSpPr>
          <p:cNvPr id="4" name="Placeholder2"/>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5" name="AutoShape3"/>
          <p:cNvSpPr/>
          <p:nvPr userDrawn="1"/>
        </p:nvSpPr>
        <p:spPr>
          <a:xfrm>
            <a:off x="328295" y="346075"/>
            <a:ext cx="11535410" cy="6165215"/>
          </a:xfrm>
          <a:prstGeom prst="rect">
            <a:avLst/>
          </a:prstGeom>
          <a:noFill/>
          <a:ln w="349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Picture4" descr="图层 44 副本"/>
          <p:cNvPicPr>
            <a:picLocks noChangeAspect="1"/>
          </p:cNvPicPr>
          <p:nvPr userDrawn="1"/>
        </p:nvPicPr>
        <p:blipFill>
          <a:blip r:embed="rId2"/>
          <a:stretch>
            <a:fillRect/>
          </a:stretch>
        </p:blipFill>
        <p:spPr>
          <a:xfrm>
            <a:off x="-182880" y="3533775"/>
            <a:ext cx="3943350" cy="340042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Placeholder0"/>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Placeholder1"/>
          <p:cNvSpPr>
            <a:spLocks noGrp="1"/>
          </p:cNvSpPr>
          <p:nvPr>
            <p:ph type="ftr" sz="quarter" idx="11"/>
          </p:nvPr>
        </p:nvSpPr>
        <p:spPr/>
        <p:txBody>
          <a:bodyPr/>
          <a:lstStyle/>
          <a:p>
            <a:endParaRPr lang="zh-CN" altLang="en-US"/>
          </a:p>
        </p:txBody>
      </p:sp>
      <p:sp>
        <p:nvSpPr>
          <p:cNvPr id="4" name="Placeholder2"/>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5" name="AutoShape3"/>
          <p:cNvSpPr/>
          <p:nvPr userDrawn="1"/>
        </p:nvSpPr>
        <p:spPr>
          <a:xfrm>
            <a:off x="328295" y="346075"/>
            <a:ext cx="11535410" cy="6165215"/>
          </a:xfrm>
          <a:prstGeom prst="rect">
            <a:avLst/>
          </a:prstGeom>
          <a:noFill/>
          <a:ln w="349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Picture4" descr="花"/>
          <p:cNvPicPr>
            <a:picLocks noChangeAspect="1"/>
          </p:cNvPicPr>
          <p:nvPr userDrawn="1"/>
        </p:nvPicPr>
        <p:blipFill>
          <a:blip r:embed="rId2"/>
          <a:stretch>
            <a:fillRect/>
          </a:stretch>
        </p:blipFill>
        <p:spPr>
          <a:xfrm>
            <a:off x="7676515" y="0"/>
            <a:ext cx="4515485" cy="4201160"/>
          </a:xfrm>
          <a:prstGeom prst="rect">
            <a:avLst/>
          </a:prstGeom>
        </p:spPr>
      </p:pic>
      <p:pic>
        <p:nvPicPr>
          <p:cNvPr id="7" name="Picture5" descr="图层 44 副本"/>
          <p:cNvPicPr>
            <a:picLocks noChangeAspect="1"/>
          </p:cNvPicPr>
          <p:nvPr userDrawn="1"/>
        </p:nvPicPr>
        <p:blipFill>
          <a:blip r:embed="rId3"/>
          <a:stretch>
            <a:fillRect/>
          </a:stretch>
        </p:blipFill>
        <p:spPr>
          <a:xfrm>
            <a:off x="-182880" y="3533775"/>
            <a:ext cx="3943350" cy="340042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Placeholder0"/>
          <p:cNvSpPr>
            <a:spLocks noGrp="1"/>
          </p:cNvSpPr>
          <p:nvPr>
            <p:ph type="title"/>
          </p:nvPr>
        </p:nvSpPr>
        <p:spPr/>
        <p:txBody>
          <a:bodyPr/>
          <a:lstStyle/>
          <a:p>
            <a:r>
              <a:rPr lang="zh-CN" altLang="en-US"/>
              <a:t>单击此处编辑母版标题样式</a:t>
            </a:r>
            <a:endParaRPr lang="zh-CN" altLang="en-US"/>
          </a:p>
        </p:txBody>
      </p:sp>
      <p:sp>
        <p:nvSpPr>
          <p:cNvPr id="3" name="Placeholder1"/>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Placeholder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Placeholder3"/>
          <p:cNvSpPr>
            <a:spLocks noGrp="1"/>
          </p:cNvSpPr>
          <p:nvPr>
            <p:ph type="ftr" sz="quarter" idx="11"/>
          </p:nvPr>
        </p:nvSpPr>
        <p:spPr/>
        <p:txBody>
          <a:bodyPr/>
          <a:lstStyle/>
          <a:p>
            <a:endParaRPr lang="zh-CN" altLang="en-US"/>
          </a:p>
        </p:txBody>
      </p:sp>
      <p:sp>
        <p:nvSpPr>
          <p:cNvPr id="6" name="Placeholder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Placeholder0"/>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Placeholder1"/>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Placeholder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Placeholder3"/>
          <p:cNvSpPr>
            <a:spLocks noGrp="1"/>
          </p:cNvSpPr>
          <p:nvPr>
            <p:ph type="ftr" sz="quarter" idx="11"/>
          </p:nvPr>
        </p:nvSpPr>
        <p:spPr/>
        <p:txBody>
          <a:bodyPr/>
          <a:lstStyle/>
          <a:p>
            <a:endParaRPr lang="zh-CN" altLang="en-US"/>
          </a:p>
        </p:txBody>
      </p:sp>
      <p:sp>
        <p:nvSpPr>
          <p:cNvPr id="6" name="Placeholder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Placeholder0"/>
          <p:cNvSpPr>
            <a:spLocks noGrp="1"/>
          </p:cNvSpPr>
          <p:nvPr>
            <p:ph type="title"/>
          </p:nvPr>
        </p:nvSpPr>
        <p:spPr/>
        <p:txBody>
          <a:bodyPr/>
          <a:lstStyle/>
          <a:p>
            <a:r>
              <a:rPr lang="zh-CN" altLang="en-US"/>
              <a:t>单击此处编辑母版标题样式</a:t>
            </a:r>
            <a:endParaRPr lang="zh-CN" altLang="en-US"/>
          </a:p>
        </p:txBody>
      </p:sp>
      <p:sp>
        <p:nvSpPr>
          <p:cNvPr id="3" name="Placeholder1"/>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Placeholder2"/>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Placeholder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Placeholder4"/>
          <p:cNvSpPr>
            <a:spLocks noGrp="1"/>
          </p:cNvSpPr>
          <p:nvPr>
            <p:ph type="ftr" sz="quarter" idx="11"/>
          </p:nvPr>
        </p:nvSpPr>
        <p:spPr/>
        <p:txBody>
          <a:bodyPr/>
          <a:lstStyle/>
          <a:p>
            <a:endParaRPr lang="zh-CN" altLang="en-US"/>
          </a:p>
        </p:txBody>
      </p:sp>
      <p:sp>
        <p:nvSpPr>
          <p:cNvPr id="7" name="Placeholder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Placeholder0"/>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Placeholder1"/>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Placeholder2"/>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Placeholder3"/>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Placeholder4"/>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Placeholder5"/>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Placeholder6"/>
          <p:cNvSpPr>
            <a:spLocks noGrp="1"/>
          </p:cNvSpPr>
          <p:nvPr>
            <p:ph type="ftr" sz="quarter" idx="11"/>
          </p:nvPr>
        </p:nvSpPr>
        <p:spPr/>
        <p:txBody>
          <a:bodyPr/>
          <a:lstStyle/>
          <a:p>
            <a:endParaRPr lang="zh-CN" altLang="en-US"/>
          </a:p>
        </p:txBody>
      </p:sp>
      <p:sp>
        <p:nvSpPr>
          <p:cNvPr id="9" name="Placeholder7"/>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Placeholder0"/>
          <p:cNvSpPr>
            <a:spLocks noGrp="1"/>
          </p:cNvSpPr>
          <p:nvPr>
            <p:ph type="title"/>
          </p:nvPr>
        </p:nvSpPr>
        <p:spPr/>
        <p:txBody>
          <a:bodyPr/>
          <a:lstStyle/>
          <a:p>
            <a:r>
              <a:rPr lang="zh-CN" altLang="en-US"/>
              <a:t>单击此处编辑母版标题样式</a:t>
            </a:r>
            <a:endParaRPr lang="zh-CN" altLang="en-US"/>
          </a:p>
        </p:txBody>
      </p:sp>
      <p:sp>
        <p:nvSpPr>
          <p:cNvPr id="3" name="Placeholder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Placeholder2"/>
          <p:cNvSpPr>
            <a:spLocks noGrp="1"/>
          </p:cNvSpPr>
          <p:nvPr>
            <p:ph type="ftr" sz="quarter" idx="11"/>
          </p:nvPr>
        </p:nvSpPr>
        <p:spPr/>
        <p:txBody>
          <a:bodyPr/>
          <a:lstStyle/>
          <a:p>
            <a:endParaRPr lang="zh-CN" altLang="en-US"/>
          </a:p>
        </p:txBody>
      </p:sp>
      <p:sp>
        <p:nvSpPr>
          <p:cNvPr id="5" name="Placeholder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Placeholder0"/>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Placeholder1"/>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Placeholder2"/>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Placeholder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Placeholder4"/>
          <p:cNvSpPr>
            <a:spLocks noGrp="1"/>
          </p:cNvSpPr>
          <p:nvPr>
            <p:ph type="ftr" sz="quarter" idx="11"/>
          </p:nvPr>
        </p:nvSpPr>
        <p:spPr/>
        <p:txBody>
          <a:bodyPr/>
          <a:lstStyle/>
          <a:p>
            <a:endParaRPr lang="zh-CN" altLang="en-US"/>
          </a:p>
        </p:txBody>
      </p:sp>
      <p:sp>
        <p:nvSpPr>
          <p:cNvPr id="7" name="Placeholder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Placeholder0"/>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Placeholder1"/>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Placeholder2"/>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Placeholder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Placeholder4"/>
          <p:cNvSpPr>
            <a:spLocks noGrp="1"/>
          </p:cNvSpPr>
          <p:nvPr>
            <p:ph type="ftr" sz="quarter" idx="11"/>
          </p:nvPr>
        </p:nvSpPr>
        <p:spPr/>
        <p:txBody>
          <a:bodyPr/>
          <a:lstStyle/>
          <a:p>
            <a:endParaRPr lang="zh-CN" altLang="en-US"/>
          </a:p>
        </p:txBody>
      </p:sp>
      <p:sp>
        <p:nvSpPr>
          <p:cNvPr id="7" name="Placeholder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Placeholder0"/>
          <p:cNvSpPr>
            <a:spLocks noGrp="1"/>
          </p:cNvSpPr>
          <p:nvPr>
            <p:ph type="title"/>
          </p:nvPr>
        </p:nvSpPr>
        <p:spPr/>
        <p:txBody>
          <a:bodyPr/>
          <a:lstStyle/>
          <a:p>
            <a:r>
              <a:rPr lang="zh-CN" altLang="en-US"/>
              <a:t>单击此处编辑母版标题样式</a:t>
            </a:r>
            <a:endParaRPr lang="zh-CN" altLang="en-US"/>
          </a:p>
        </p:txBody>
      </p:sp>
      <p:sp>
        <p:nvSpPr>
          <p:cNvPr id="3" name="Placeholder1"/>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Placeholder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Placeholder3"/>
          <p:cNvSpPr>
            <a:spLocks noGrp="1"/>
          </p:cNvSpPr>
          <p:nvPr>
            <p:ph type="ftr" sz="quarter" idx="11"/>
          </p:nvPr>
        </p:nvSpPr>
        <p:spPr/>
        <p:txBody>
          <a:bodyPr/>
          <a:lstStyle/>
          <a:p>
            <a:endParaRPr lang="zh-CN" altLang="en-US"/>
          </a:p>
        </p:txBody>
      </p:sp>
      <p:sp>
        <p:nvSpPr>
          <p:cNvPr id="6" name="Placeholder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Placeholder0"/>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Placeholder1"/>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Placeholder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Placeholder3"/>
          <p:cNvSpPr>
            <a:spLocks noGrp="1"/>
          </p:cNvSpPr>
          <p:nvPr>
            <p:ph type="ftr" sz="quarter" idx="11"/>
          </p:nvPr>
        </p:nvSpPr>
        <p:spPr/>
        <p:txBody>
          <a:bodyPr/>
          <a:lstStyle/>
          <a:p>
            <a:endParaRPr lang="zh-CN" altLang="en-US"/>
          </a:p>
        </p:txBody>
      </p:sp>
      <p:sp>
        <p:nvSpPr>
          <p:cNvPr id="6" name="Placeholder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3.pn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5"/>
          <a:stretch>
            <a:fillRect/>
          </a:stretch>
        </a:blipFill>
        <a:effectLst/>
      </p:bgPr>
    </p:bg>
    <p:spTree>
      <p:nvGrpSpPr>
        <p:cNvPr id="1" name=""/>
        <p:cNvGrpSpPr/>
        <p:nvPr/>
      </p:nvGrpSpPr>
      <p:grpSpPr>
        <a:xfrm>
          <a:off x="0" y="0"/>
          <a:ext cx="0" cy="0"/>
          <a:chOff x="0" y="0"/>
          <a:chExt cx="0" cy="0"/>
        </a:xfrm>
      </p:grpSpPr>
      <p:sp>
        <p:nvSpPr>
          <p:cNvPr id="2" name="Placeholder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Placeholder1"/>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Placeholder2"/>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Placeholder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Placeholder4"/>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9" Type="http://schemas.openxmlformats.org/officeDocument/2006/relationships/notesSlide" Target="../notesSlides/notesSlide4.xml"/><Relationship Id="rId18" Type="http://schemas.openxmlformats.org/officeDocument/2006/relationships/slideLayout" Target="../slideLayouts/slideLayout2.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0"/>
          <p:cNvSpPr txBox="1"/>
          <p:nvPr/>
        </p:nvSpPr>
        <p:spPr>
          <a:xfrm>
            <a:off x="5569324" y="941649"/>
            <a:ext cx="1008764" cy="2862322"/>
          </a:xfrm>
          <a:prstGeom prst="rect">
            <a:avLst/>
          </a:prstGeom>
          <a:noFill/>
        </p:spPr>
        <p:txBody>
          <a:bodyPr wrap="square" rtlCol="0">
            <a:spAutoFit/>
          </a:bodyPr>
          <a:lstStyle/>
          <a:p>
            <a:r>
              <a:rPr kumimoji="1" lang="zh-CN" altLang="en-US" sz="6000" dirty="0">
                <a:solidFill>
                  <a:srgbClr val="629B69"/>
                </a:solidFill>
                <a:latin typeface="汉仪南宫体简" panose="02010600000101010101" pitchFamily="2" charset="-122"/>
                <a:ea typeface="汉仪南宫体简" panose="02010600000101010101" pitchFamily="2" charset="-122"/>
                <a:sym typeface="汉仪南宫体简" panose="02010600000101010101" pitchFamily="2" charset="-122"/>
              </a:rPr>
              <a:t>日系</a:t>
            </a:r>
            <a:r>
              <a:rPr lang="zh-CN" altLang="en-US" sz="6000" dirty="0">
                <a:solidFill>
                  <a:srgbClr val="629B69"/>
                </a:solidFill>
                <a:latin typeface="汉仪南宫体简" panose="02010600000101010101" pitchFamily="2" charset="-122"/>
                <a:ea typeface="汉仪南宫体简" panose="02010600000101010101" pitchFamily="2" charset="-122"/>
                <a:sym typeface="汉仪南宫体简" panose="02010600000101010101" pitchFamily="2" charset="-122"/>
              </a:rPr>
              <a:t>の</a:t>
            </a:r>
            <a:endParaRPr lang="zh-CN" altLang="en-US" sz="6000" dirty="0">
              <a:solidFill>
                <a:srgbClr val="629B69"/>
              </a:solidFill>
              <a:latin typeface="汉仪南宫体简" panose="02010600000101010101" pitchFamily="2" charset="-122"/>
              <a:ea typeface="汉仪南宫体简" panose="02010600000101010101" pitchFamily="2" charset="-122"/>
              <a:sym typeface="汉仪南宫体简" panose="02010600000101010101" pitchFamily="2" charset="-122"/>
            </a:endParaRPr>
          </a:p>
        </p:txBody>
      </p:sp>
      <p:sp>
        <p:nvSpPr>
          <p:cNvPr id="11" name="Text box1"/>
          <p:cNvSpPr txBox="1"/>
          <p:nvPr/>
        </p:nvSpPr>
        <p:spPr>
          <a:xfrm>
            <a:off x="4645994" y="2216530"/>
            <a:ext cx="923330" cy="3174881"/>
          </a:xfrm>
          <a:prstGeom prst="rect">
            <a:avLst/>
          </a:prstGeom>
          <a:noFill/>
        </p:spPr>
        <p:txBody>
          <a:bodyPr vert="eaVert" wrap="square" rtlCol="0">
            <a:spAutoFit/>
          </a:bodyPr>
          <a:lstStyle/>
          <a:p>
            <a:r>
              <a:rPr kumimoji="1" lang="zh-CN" altLang="en-US" sz="4800" dirty="0">
                <a:solidFill>
                  <a:srgbClr val="629B69"/>
                </a:solidFill>
                <a:latin typeface="汉仪南宫体简" panose="02010600000101010101" pitchFamily="2" charset="-122"/>
                <a:ea typeface="汉仪南宫体简" panose="02010600000101010101" pitchFamily="2" charset="-122"/>
                <a:sym typeface="汉仪南宫体简" panose="02010600000101010101" pitchFamily="2" charset="-122"/>
              </a:rPr>
              <a:t>文艺小清新</a:t>
            </a:r>
            <a:endParaRPr kumimoji="1" lang="zh-CN" altLang="en-US" sz="4800" dirty="0">
              <a:solidFill>
                <a:srgbClr val="629B69"/>
              </a:solidFill>
              <a:latin typeface="汉仪南宫体简" panose="02010600000101010101" pitchFamily="2" charset="-122"/>
              <a:ea typeface="汉仪南宫体简" panose="02010600000101010101" pitchFamily="2" charset="-122"/>
              <a:sym typeface="汉仪南宫体简" panose="02010600000101010101" pitchFamily="2" charset="-122"/>
            </a:endParaRPr>
          </a:p>
        </p:txBody>
      </p:sp>
      <p:sp>
        <p:nvSpPr>
          <p:cNvPr id="12" name="AutoShape0"/>
          <p:cNvSpPr/>
          <p:nvPr/>
        </p:nvSpPr>
        <p:spPr>
          <a:xfrm rot="5400000">
            <a:off x="4996282" y="3552126"/>
            <a:ext cx="3984132" cy="951222"/>
          </a:xfrm>
          <a:prstGeom prst="rect">
            <a:avLst/>
          </a:prstGeom>
          <a:noFill/>
        </p:spPr>
        <p:txBody>
          <a:bodyPr wrap="square">
            <a:spAutoFit/>
          </a:bodyPr>
          <a:lstStyle/>
          <a:p>
            <a:pPr>
              <a:lnSpc>
                <a:spcPct val="130000"/>
              </a:lnSpc>
            </a:pPr>
            <a:r>
              <a:rPr lang="zh-CN" altLang="en-US" sz="1100" dirty="0">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rPr>
              <a:t>Just for today I will exercise my soul in three ways. I will do somebody a good turn Just for today I will exercise my soul in three ways. I will do somebody a good turn</a:t>
            </a:r>
            <a:endParaRPr lang="zh-CN" altLang="en-US" sz="1100" dirty="0">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endParaRPr>
          </a:p>
        </p:txBody>
      </p:sp>
      <p:sp>
        <p:nvSpPr>
          <p:cNvPr id="13" name="AutoShape1"/>
          <p:cNvSpPr/>
          <p:nvPr/>
        </p:nvSpPr>
        <p:spPr>
          <a:xfrm>
            <a:off x="5353050" y="5511800"/>
            <a:ext cx="508000" cy="508000"/>
          </a:xfrm>
          <a:prstGeom prst="ellipse">
            <a:avLst/>
          </a:prstGeom>
          <a:noFill/>
          <a:ln>
            <a:solidFill>
              <a:srgbClr val="629B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汉仪南宫体简" panose="02010600000101010101" pitchFamily="2" charset="-122"/>
              <a:ea typeface="汉仪南宫体简" panose="02010600000101010101" pitchFamily="2" charset="-122"/>
              <a:sym typeface="汉仪南宫体简" panose="02010600000101010101" pitchFamily="2" charset="-122"/>
            </a:endParaRPr>
          </a:p>
        </p:txBody>
      </p:sp>
      <p:cxnSp>
        <p:nvCxnSpPr>
          <p:cNvPr id="14" name="Line0"/>
          <p:cNvCxnSpPr/>
          <p:nvPr/>
        </p:nvCxnSpPr>
        <p:spPr>
          <a:xfrm flipV="1">
            <a:off x="5657447" y="5048511"/>
            <a:ext cx="685800" cy="685800"/>
          </a:xfrm>
          <a:prstGeom prst="line">
            <a:avLst/>
          </a:prstGeom>
          <a:ln>
            <a:solidFill>
              <a:srgbClr val="629B69"/>
            </a:solidFill>
          </a:ln>
        </p:spPr>
        <p:style>
          <a:lnRef idx="1">
            <a:schemeClr val="accent1"/>
          </a:lnRef>
          <a:fillRef idx="0">
            <a:schemeClr val="accent1"/>
          </a:fillRef>
          <a:effectRef idx="0">
            <a:schemeClr val="accent1"/>
          </a:effectRef>
          <a:fontRef idx="minor">
            <a:schemeClr val="tx1"/>
          </a:fontRef>
        </p:style>
      </p:cxnSp>
      <p:sp>
        <p:nvSpPr>
          <p:cNvPr id="15" name="AutoShape2"/>
          <p:cNvSpPr/>
          <p:nvPr/>
        </p:nvSpPr>
        <p:spPr>
          <a:xfrm>
            <a:off x="4817965" y="1750197"/>
            <a:ext cx="202542" cy="202542"/>
          </a:xfrm>
          <a:prstGeom prst="ellipse">
            <a:avLst/>
          </a:prstGeom>
          <a:noFill/>
          <a:ln>
            <a:solidFill>
              <a:srgbClr val="629B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汉仪南宫体简" panose="02010600000101010101" pitchFamily="2" charset="-122"/>
              <a:ea typeface="汉仪南宫体简" panose="02010600000101010101" pitchFamily="2" charset="-122"/>
              <a:sym typeface="汉仪南宫体简" panose="02010600000101010101" pitchFamily="2" charset="-122"/>
            </a:endParaRPr>
          </a:p>
        </p:txBody>
      </p:sp>
      <p:cxnSp>
        <p:nvCxnSpPr>
          <p:cNvPr id="16" name="Line1"/>
          <p:cNvCxnSpPr/>
          <p:nvPr/>
        </p:nvCxnSpPr>
        <p:spPr>
          <a:xfrm flipV="1">
            <a:off x="6988348" y="1064397"/>
            <a:ext cx="685800" cy="685800"/>
          </a:xfrm>
          <a:prstGeom prst="line">
            <a:avLst/>
          </a:prstGeom>
          <a:ln>
            <a:solidFill>
              <a:srgbClr val="629B69"/>
            </a:solidFill>
          </a:ln>
        </p:spPr>
        <p:style>
          <a:lnRef idx="1">
            <a:schemeClr val="accent1"/>
          </a:lnRef>
          <a:fillRef idx="0">
            <a:schemeClr val="accent1"/>
          </a:fillRef>
          <a:effectRef idx="0">
            <a:schemeClr val="accent1"/>
          </a:effectRef>
          <a:fontRef idx="minor">
            <a:schemeClr val="tx1"/>
          </a:fontRef>
        </p:style>
      </p:cxnSp>
      <p:cxnSp>
        <p:nvCxnSpPr>
          <p:cNvPr id="17" name="Line2"/>
          <p:cNvCxnSpPr/>
          <p:nvPr/>
        </p:nvCxnSpPr>
        <p:spPr>
          <a:xfrm flipV="1">
            <a:off x="3731516" y="4705611"/>
            <a:ext cx="685800" cy="685800"/>
          </a:xfrm>
          <a:prstGeom prst="line">
            <a:avLst/>
          </a:prstGeom>
          <a:ln>
            <a:solidFill>
              <a:srgbClr val="629B69"/>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AutoShape0"/>
          <p:cNvSpPr/>
          <p:nvPr/>
        </p:nvSpPr>
        <p:spPr>
          <a:xfrm>
            <a:off x="5521979" y="2315403"/>
            <a:ext cx="1850766" cy="276999"/>
          </a:xfrm>
          <a:prstGeom prst="rect">
            <a:avLst/>
          </a:prstGeom>
          <a:solidFill>
            <a:srgbClr val="629B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汉仪南宫体简" panose="02010600000101010101" pitchFamily="2" charset="-122"/>
              <a:ea typeface="汉仪南宫体简" panose="02010600000101010101" pitchFamily="2" charset="-122"/>
              <a:sym typeface="汉仪南宫体简" panose="02010600000101010101" pitchFamily="2" charset="-122"/>
            </a:endParaRPr>
          </a:p>
        </p:txBody>
      </p:sp>
      <p:sp>
        <p:nvSpPr>
          <p:cNvPr id="25" name="Text box0"/>
          <p:cNvSpPr txBox="1"/>
          <p:nvPr/>
        </p:nvSpPr>
        <p:spPr>
          <a:xfrm>
            <a:off x="5238477" y="1080123"/>
            <a:ext cx="2236510" cy="1323439"/>
          </a:xfrm>
          <a:prstGeom prst="rect">
            <a:avLst/>
          </a:prstGeom>
          <a:noFill/>
        </p:spPr>
        <p:txBody>
          <a:bodyPr wrap="none" rtlCol="0">
            <a:spAutoFit/>
          </a:bodyPr>
          <a:lstStyle/>
          <a:p>
            <a:pPr algn="ctr"/>
            <a:r>
              <a:rPr kumimoji="1" lang="zh-CN" altLang="en-US" sz="8000" dirty="0">
                <a:latin typeface="汉仪南宫体简" panose="02010600000101010101" pitchFamily="2" charset="-122"/>
                <a:ea typeface="汉仪南宫体简" panose="02010600000101010101" pitchFamily="2" charset="-122"/>
                <a:sym typeface="汉仪南宫体简" panose="02010600000101010101" pitchFamily="2" charset="-122"/>
              </a:rPr>
              <a:t>目录</a:t>
            </a:r>
            <a:endParaRPr kumimoji="1" lang="zh-CN" altLang="en-US" sz="8000" dirty="0">
              <a:latin typeface="汉仪南宫体简" panose="02010600000101010101" pitchFamily="2" charset="-122"/>
              <a:ea typeface="汉仪南宫体简" panose="02010600000101010101" pitchFamily="2" charset="-122"/>
              <a:sym typeface="汉仪南宫体简" panose="02010600000101010101" pitchFamily="2" charset="-122"/>
            </a:endParaRPr>
          </a:p>
        </p:txBody>
      </p:sp>
      <p:sp>
        <p:nvSpPr>
          <p:cNvPr id="26" name="Text box1"/>
          <p:cNvSpPr txBox="1"/>
          <p:nvPr/>
        </p:nvSpPr>
        <p:spPr>
          <a:xfrm>
            <a:off x="5294688" y="2218898"/>
            <a:ext cx="2180299" cy="461665"/>
          </a:xfrm>
          <a:prstGeom prst="rect">
            <a:avLst/>
          </a:prstGeom>
          <a:noFill/>
        </p:spPr>
        <p:txBody>
          <a:bodyPr wrap="square" rtlCol="0">
            <a:spAutoFit/>
          </a:bodyPr>
          <a:lstStyle/>
          <a:p>
            <a:pPr algn="ctr"/>
            <a:r>
              <a:rPr kumimoji="1" lang="en-US" altLang="zh-CN" sz="2400" dirty="0">
                <a:solidFill>
                  <a:schemeClr val="bg1"/>
                </a:solidFill>
                <a:latin typeface="汉仪南宫体简" panose="02010600000101010101" pitchFamily="2" charset="-122"/>
                <a:ea typeface="汉仪南宫体简" panose="02010600000101010101" pitchFamily="2" charset="-122"/>
                <a:cs typeface="Calibri" panose="020F0502020204030204" pitchFamily="34" charset="0"/>
                <a:sym typeface="汉仪南宫体简" panose="02010600000101010101" pitchFamily="2" charset="-122"/>
              </a:rPr>
              <a:t>CONTENTS</a:t>
            </a:r>
            <a:endParaRPr kumimoji="1" lang="zh-CN" altLang="en-US" sz="2400" dirty="0">
              <a:solidFill>
                <a:schemeClr val="bg1"/>
              </a:solidFill>
              <a:latin typeface="汉仪南宫体简" panose="02010600000101010101" pitchFamily="2" charset="-122"/>
              <a:ea typeface="汉仪南宫体简" panose="02010600000101010101" pitchFamily="2" charset="-122"/>
              <a:cs typeface="Calibri" panose="020F0502020204030204" pitchFamily="34" charset="0"/>
              <a:sym typeface="汉仪南宫体简" panose="02010600000101010101" pitchFamily="2" charset="-122"/>
            </a:endParaRPr>
          </a:p>
        </p:txBody>
      </p:sp>
      <p:sp>
        <p:nvSpPr>
          <p:cNvPr id="27" name="Text box2"/>
          <p:cNvSpPr txBox="1"/>
          <p:nvPr/>
        </p:nvSpPr>
        <p:spPr>
          <a:xfrm>
            <a:off x="2247248" y="3013500"/>
            <a:ext cx="936995" cy="830997"/>
          </a:xfrm>
          <a:prstGeom prst="rect">
            <a:avLst/>
          </a:prstGeom>
          <a:noFill/>
        </p:spPr>
        <p:txBody>
          <a:bodyPr wrap="square" rtlCol="0">
            <a:spAutoFit/>
          </a:bodyPr>
          <a:lstStyle/>
          <a:p>
            <a:r>
              <a:rPr kumimoji="1" lang="en-US" altLang="zh-CN" sz="4800" dirty="0">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rPr>
              <a:t>01</a:t>
            </a:r>
            <a:endParaRPr kumimoji="1" lang="zh-CN" altLang="en-US" sz="4800" dirty="0">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endParaRPr>
          </a:p>
        </p:txBody>
      </p:sp>
      <p:sp>
        <p:nvSpPr>
          <p:cNvPr id="28" name="AutoShape1"/>
          <p:cNvSpPr/>
          <p:nvPr/>
        </p:nvSpPr>
        <p:spPr>
          <a:xfrm>
            <a:off x="3168037" y="3167389"/>
            <a:ext cx="2491387" cy="523220"/>
          </a:xfrm>
          <a:prstGeom prst="rect">
            <a:avLst/>
          </a:prstGeom>
        </p:spPr>
        <p:txBody>
          <a:bodyPr wrap="square">
            <a:spAutoFit/>
          </a:bodyPr>
          <a:lstStyle/>
          <a:p>
            <a:pPr algn="ctr"/>
            <a:r>
              <a:rPr lang="zh-CN" altLang="en-US" sz="2800" dirty="0">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rPr>
              <a:t>点击添加标题</a:t>
            </a:r>
            <a:endParaRPr lang="zh-CN" altLang="en-US" sz="2800" dirty="0">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endParaRPr>
          </a:p>
        </p:txBody>
      </p:sp>
      <p:sp>
        <p:nvSpPr>
          <p:cNvPr id="29" name="Text box3"/>
          <p:cNvSpPr txBox="1"/>
          <p:nvPr/>
        </p:nvSpPr>
        <p:spPr>
          <a:xfrm>
            <a:off x="2235929" y="4454436"/>
            <a:ext cx="892212" cy="830997"/>
          </a:xfrm>
          <a:prstGeom prst="rect">
            <a:avLst/>
          </a:prstGeom>
          <a:noFill/>
        </p:spPr>
        <p:txBody>
          <a:bodyPr wrap="square" rtlCol="0">
            <a:spAutoFit/>
          </a:bodyPr>
          <a:lstStyle/>
          <a:p>
            <a:r>
              <a:rPr kumimoji="1" lang="en-US" altLang="zh-CN" sz="4800" dirty="0">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rPr>
              <a:t>03</a:t>
            </a:r>
            <a:endParaRPr kumimoji="1" lang="zh-CN" altLang="en-US" sz="4800" dirty="0">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endParaRPr>
          </a:p>
        </p:txBody>
      </p:sp>
      <p:sp>
        <p:nvSpPr>
          <p:cNvPr id="30" name="AutoShape2"/>
          <p:cNvSpPr/>
          <p:nvPr/>
        </p:nvSpPr>
        <p:spPr>
          <a:xfrm>
            <a:off x="3168037" y="4608324"/>
            <a:ext cx="2491387" cy="523220"/>
          </a:xfrm>
          <a:prstGeom prst="rect">
            <a:avLst/>
          </a:prstGeom>
        </p:spPr>
        <p:txBody>
          <a:bodyPr wrap="square">
            <a:spAutoFit/>
          </a:bodyPr>
          <a:lstStyle/>
          <a:p>
            <a:pPr algn="ctr"/>
            <a:r>
              <a:rPr lang="zh-CN" altLang="en-US" sz="2800" dirty="0">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rPr>
              <a:t>点击添加标题</a:t>
            </a:r>
            <a:endParaRPr lang="zh-CN" altLang="en-US" sz="2800" dirty="0">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endParaRPr>
          </a:p>
        </p:txBody>
      </p:sp>
      <p:sp>
        <p:nvSpPr>
          <p:cNvPr id="31" name="Text box4"/>
          <p:cNvSpPr txBox="1"/>
          <p:nvPr/>
        </p:nvSpPr>
        <p:spPr>
          <a:xfrm>
            <a:off x="7372745" y="3013500"/>
            <a:ext cx="936996" cy="830997"/>
          </a:xfrm>
          <a:prstGeom prst="rect">
            <a:avLst/>
          </a:prstGeom>
          <a:noFill/>
        </p:spPr>
        <p:txBody>
          <a:bodyPr wrap="square" rtlCol="0">
            <a:spAutoFit/>
          </a:bodyPr>
          <a:lstStyle/>
          <a:p>
            <a:r>
              <a:rPr kumimoji="1" lang="en-US" altLang="zh-CN" sz="4800" dirty="0">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rPr>
              <a:t>02</a:t>
            </a:r>
            <a:endParaRPr kumimoji="1" lang="zh-CN" altLang="en-US" sz="4800" dirty="0">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endParaRPr>
          </a:p>
        </p:txBody>
      </p:sp>
      <p:sp>
        <p:nvSpPr>
          <p:cNvPr id="32" name="AutoShape3"/>
          <p:cNvSpPr/>
          <p:nvPr/>
        </p:nvSpPr>
        <p:spPr>
          <a:xfrm>
            <a:off x="8309740" y="3167389"/>
            <a:ext cx="2491387" cy="523220"/>
          </a:xfrm>
          <a:prstGeom prst="rect">
            <a:avLst/>
          </a:prstGeom>
        </p:spPr>
        <p:txBody>
          <a:bodyPr wrap="square">
            <a:spAutoFit/>
          </a:bodyPr>
          <a:lstStyle/>
          <a:p>
            <a:pPr algn="ctr"/>
            <a:r>
              <a:rPr lang="zh-CN" altLang="en-US" sz="2800" dirty="0">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rPr>
              <a:t>点击添加标题</a:t>
            </a:r>
            <a:endParaRPr lang="zh-CN" altLang="en-US" sz="2800" dirty="0">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endParaRPr>
          </a:p>
        </p:txBody>
      </p:sp>
      <p:sp>
        <p:nvSpPr>
          <p:cNvPr id="33" name="Text box5"/>
          <p:cNvSpPr txBox="1"/>
          <p:nvPr/>
        </p:nvSpPr>
        <p:spPr>
          <a:xfrm>
            <a:off x="7372745" y="4454435"/>
            <a:ext cx="936995" cy="830997"/>
          </a:xfrm>
          <a:prstGeom prst="rect">
            <a:avLst/>
          </a:prstGeom>
          <a:noFill/>
        </p:spPr>
        <p:txBody>
          <a:bodyPr wrap="square" rtlCol="0">
            <a:spAutoFit/>
          </a:bodyPr>
          <a:lstStyle/>
          <a:p>
            <a:r>
              <a:rPr kumimoji="1" lang="en-US" altLang="zh-CN" sz="4800" dirty="0">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rPr>
              <a:t>04</a:t>
            </a:r>
            <a:endParaRPr kumimoji="1" lang="zh-CN" altLang="en-US" sz="4800" dirty="0">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endParaRPr>
          </a:p>
        </p:txBody>
      </p:sp>
      <p:sp>
        <p:nvSpPr>
          <p:cNvPr id="34" name="AutoShape4"/>
          <p:cNvSpPr/>
          <p:nvPr/>
        </p:nvSpPr>
        <p:spPr>
          <a:xfrm>
            <a:off x="8309740" y="4608324"/>
            <a:ext cx="2491387" cy="523220"/>
          </a:xfrm>
          <a:prstGeom prst="rect">
            <a:avLst/>
          </a:prstGeom>
        </p:spPr>
        <p:txBody>
          <a:bodyPr wrap="square">
            <a:spAutoFit/>
          </a:bodyPr>
          <a:lstStyle/>
          <a:p>
            <a:pPr algn="ctr"/>
            <a:r>
              <a:rPr lang="zh-CN" altLang="en-US" sz="2800" dirty="0">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rPr>
              <a:t>点击添加标题</a:t>
            </a:r>
            <a:endParaRPr lang="zh-CN" altLang="en-US" sz="2800" dirty="0">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Line0"/>
          <p:cNvCxnSpPr/>
          <p:nvPr/>
        </p:nvCxnSpPr>
        <p:spPr>
          <a:xfrm>
            <a:off x="2336800" y="2090055"/>
            <a:ext cx="7518400" cy="0"/>
          </a:xfrm>
          <a:prstGeom prst="line">
            <a:avLst/>
          </a:prstGeom>
          <a:ln w="28575">
            <a:solidFill>
              <a:srgbClr val="88B17C"/>
            </a:solidFill>
          </a:ln>
        </p:spPr>
        <p:style>
          <a:lnRef idx="1">
            <a:schemeClr val="accent1"/>
          </a:lnRef>
          <a:fillRef idx="0">
            <a:schemeClr val="accent1"/>
          </a:fillRef>
          <a:effectRef idx="0">
            <a:schemeClr val="accent1"/>
          </a:effectRef>
          <a:fontRef idx="minor">
            <a:schemeClr val="tx1"/>
          </a:fontRef>
        </p:style>
      </p:cxnSp>
      <p:cxnSp>
        <p:nvCxnSpPr>
          <p:cNvPr id="7" name="Line1"/>
          <p:cNvCxnSpPr/>
          <p:nvPr/>
        </p:nvCxnSpPr>
        <p:spPr>
          <a:xfrm>
            <a:off x="2336800" y="4630060"/>
            <a:ext cx="7518400" cy="0"/>
          </a:xfrm>
          <a:prstGeom prst="line">
            <a:avLst/>
          </a:prstGeom>
          <a:ln w="28575">
            <a:solidFill>
              <a:srgbClr val="88B17C"/>
            </a:solidFill>
          </a:ln>
        </p:spPr>
        <p:style>
          <a:lnRef idx="1">
            <a:schemeClr val="accent1"/>
          </a:lnRef>
          <a:fillRef idx="0">
            <a:schemeClr val="accent1"/>
          </a:fillRef>
          <a:effectRef idx="0">
            <a:schemeClr val="accent1"/>
          </a:effectRef>
          <a:fontRef idx="minor">
            <a:schemeClr val="tx1"/>
          </a:fontRef>
        </p:style>
      </p:cxnSp>
      <p:cxnSp>
        <p:nvCxnSpPr>
          <p:cNvPr id="8" name="Line2"/>
          <p:cNvCxnSpPr/>
          <p:nvPr/>
        </p:nvCxnSpPr>
        <p:spPr>
          <a:xfrm>
            <a:off x="2735942" y="1712683"/>
            <a:ext cx="0" cy="2583543"/>
          </a:xfrm>
          <a:prstGeom prst="line">
            <a:avLst/>
          </a:prstGeom>
          <a:ln w="28575">
            <a:solidFill>
              <a:srgbClr val="88B17C"/>
            </a:solidFill>
          </a:ln>
        </p:spPr>
        <p:style>
          <a:lnRef idx="1">
            <a:schemeClr val="accent1"/>
          </a:lnRef>
          <a:fillRef idx="0">
            <a:schemeClr val="accent1"/>
          </a:fillRef>
          <a:effectRef idx="0">
            <a:schemeClr val="accent1"/>
          </a:effectRef>
          <a:fontRef idx="minor">
            <a:schemeClr val="tx1"/>
          </a:fontRef>
        </p:style>
      </p:cxnSp>
      <p:cxnSp>
        <p:nvCxnSpPr>
          <p:cNvPr id="9" name="Line3"/>
          <p:cNvCxnSpPr/>
          <p:nvPr/>
        </p:nvCxnSpPr>
        <p:spPr>
          <a:xfrm>
            <a:off x="9546771" y="2467431"/>
            <a:ext cx="0" cy="2583543"/>
          </a:xfrm>
          <a:prstGeom prst="line">
            <a:avLst/>
          </a:prstGeom>
          <a:ln w="28575">
            <a:solidFill>
              <a:srgbClr val="88B17C"/>
            </a:solidFill>
          </a:ln>
        </p:spPr>
        <p:style>
          <a:lnRef idx="1">
            <a:schemeClr val="accent1"/>
          </a:lnRef>
          <a:fillRef idx="0">
            <a:schemeClr val="accent1"/>
          </a:fillRef>
          <a:effectRef idx="0">
            <a:schemeClr val="accent1"/>
          </a:effectRef>
          <a:fontRef idx="minor">
            <a:schemeClr val="tx1"/>
          </a:fontRef>
        </p:style>
      </p:cxnSp>
      <p:sp>
        <p:nvSpPr>
          <p:cNvPr id="14" name="Text box0"/>
          <p:cNvSpPr txBox="1"/>
          <p:nvPr/>
        </p:nvSpPr>
        <p:spPr>
          <a:xfrm>
            <a:off x="3864443" y="2277949"/>
            <a:ext cx="4463113" cy="1446550"/>
          </a:xfrm>
          <a:prstGeom prst="rect">
            <a:avLst/>
          </a:prstGeom>
          <a:noFill/>
        </p:spPr>
        <p:txBody>
          <a:bodyPr wrap="square" rtlCol="0">
            <a:spAutoFit/>
          </a:bodyPr>
          <a:lstStyle/>
          <a:p>
            <a:pPr algn="ctr"/>
            <a:r>
              <a:rPr kumimoji="1" lang="en-US" altLang="zh-CN" sz="8800" dirty="0">
                <a:solidFill>
                  <a:srgbClr val="629B69"/>
                </a:solidFill>
                <a:latin typeface="汉仪南宫体简" panose="02010600000101010101" pitchFamily="2" charset="-122"/>
                <a:ea typeface="汉仪南宫体简" panose="02010600000101010101" pitchFamily="2" charset="-122"/>
                <a:sym typeface="汉仪南宫体简" panose="02010600000101010101" pitchFamily="2" charset="-122"/>
              </a:rPr>
              <a:t>Part</a:t>
            </a:r>
            <a:r>
              <a:rPr kumimoji="1" lang="zh-CN" altLang="en-US" sz="8800" dirty="0">
                <a:solidFill>
                  <a:srgbClr val="629B69"/>
                </a:solidFill>
                <a:latin typeface="汉仪南宫体简" panose="02010600000101010101" pitchFamily="2" charset="-122"/>
                <a:ea typeface="汉仪南宫体简" panose="02010600000101010101" pitchFamily="2" charset="-122"/>
                <a:sym typeface="汉仪南宫体简" panose="02010600000101010101" pitchFamily="2" charset="-122"/>
              </a:rPr>
              <a:t> </a:t>
            </a:r>
            <a:r>
              <a:rPr kumimoji="1" lang="en-US" altLang="zh-CN" sz="8800" dirty="0">
                <a:solidFill>
                  <a:srgbClr val="629B69"/>
                </a:solidFill>
                <a:latin typeface="汉仪南宫体简" panose="02010600000101010101" pitchFamily="2" charset="-122"/>
                <a:ea typeface="汉仪南宫体简" panose="02010600000101010101" pitchFamily="2" charset="-122"/>
                <a:sym typeface="汉仪南宫体简" panose="02010600000101010101" pitchFamily="2" charset="-122"/>
              </a:rPr>
              <a:t>01</a:t>
            </a:r>
            <a:endParaRPr kumimoji="1" lang="zh-CN" altLang="en-US" sz="8800" dirty="0">
              <a:solidFill>
                <a:srgbClr val="629B69"/>
              </a:solidFill>
              <a:latin typeface="汉仪南宫体简" panose="02010600000101010101" pitchFamily="2" charset="-122"/>
              <a:ea typeface="汉仪南宫体简" panose="02010600000101010101" pitchFamily="2" charset="-122"/>
              <a:sym typeface="汉仪南宫体简" panose="02010600000101010101" pitchFamily="2" charset="-122"/>
            </a:endParaRPr>
          </a:p>
        </p:txBody>
      </p:sp>
      <p:sp>
        <p:nvSpPr>
          <p:cNvPr id="15" name="AutoShape0"/>
          <p:cNvSpPr/>
          <p:nvPr/>
        </p:nvSpPr>
        <p:spPr>
          <a:xfrm>
            <a:off x="3442328" y="3678493"/>
            <a:ext cx="5307341" cy="617733"/>
          </a:xfrm>
          <a:prstGeom prst="rect">
            <a:avLst/>
          </a:prstGeom>
        </p:spPr>
        <p:txBody>
          <a:bodyPr wrap="square">
            <a:spAutoFit/>
          </a:bodyPr>
          <a:lstStyle/>
          <a:p>
            <a:pPr algn="ctr">
              <a:lnSpc>
                <a:spcPct val="150000"/>
              </a:lnSpc>
            </a:pPr>
            <a:r>
              <a:rPr lang="en-US" altLang="zh-CN" sz="1200" dirty="0">
                <a:solidFill>
                  <a:srgbClr val="629B69"/>
                </a:solidFill>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rPr>
              <a:t>Lorem ipsum dolor sit </a:t>
            </a:r>
            <a:r>
              <a:rPr lang="en-US" altLang="zh-CN" sz="1200" dirty="0" err="1">
                <a:solidFill>
                  <a:srgbClr val="629B69"/>
                </a:solidFill>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rPr>
              <a:t>amet</a:t>
            </a:r>
            <a:r>
              <a:rPr lang="en-US" altLang="zh-CN" sz="1200" dirty="0">
                <a:solidFill>
                  <a:srgbClr val="629B69"/>
                </a:solidFill>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rPr>
              <a:t>, </a:t>
            </a:r>
            <a:r>
              <a:rPr lang="en-US" altLang="zh-CN" sz="1200" dirty="0" err="1">
                <a:solidFill>
                  <a:srgbClr val="629B69"/>
                </a:solidFill>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rPr>
              <a:t>consectetur</a:t>
            </a:r>
            <a:r>
              <a:rPr lang="en-US" altLang="zh-CN" sz="1200" dirty="0">
                <a:solidFill>
                  <a:srgbClr val="629B69"/>
                </a:solidFill>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rPr>
              <a:t> </a:t>
            </a:r>
            <a:r>
              <a:rPr lang="en-US" altLang="zh-CN" sz="1200" dirty="0" err="1">
                <a:solidFill>
                  <a:srgbClr val="629B69"/>
                </a:solidFill>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rPr>
              <a:t>adipisicing</a:t>
            </a:r>
            <a:r>
              <a:rPr lang="en-US" altLang="zh-CN" sz="1200" dirty="0">
                <a:solidFill>
                  <a:srgbClr val="629B69"/>
                </a:solidFill>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rPr>
              <a:t> </a:t>
            </a:r>
            <a:r>
              <a:rPr lang="en-US" altLang="zh-CN" sz="1200" dirty="0" err="1">
                <a:solidFill>
                  <a:srgbClr val="629B69"/>
                </a:solidFill>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rPr>
              <a:t>elit.Lorem</a:t>
            </a:r>
            <a:r>
              <a:rPr lang="en-US" altLang="zh-CN" sz="1200" dirty="0">
                <a:solidFill>
                  <a:srgbClr val="629B69"/>
                </a:solidFill>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rPr>
              <a:t> ipsum dolor sit </a:t>
            </a:r>
            <a:r>
              <a:rPr lang="en-US" altLang="zh-CN" sz="1200" dirty="0" err="1">
                <a:solidFill>
                  <a:srgbClr val="629B69"/>
                </a:solidFill>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rPr>
              <a:t>amet</a:t>
            </a:r>
            <a:r>
              <a:rPr lang="en-US" altLang="zh-CN" sz="1200" dirty="0">
                <a:solidFill>
                  <a:srgbClr val="629B69"/>
                </a:solidFill>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rPr>
              <a:t>, </a:t>
            </a:r>
            <a:r>
              <a:rPr lang="en-US" altLang="zh-CN" sz="1200" dirty="0" err="1">
                <a:solidFill>
                  <a:srgbClr val="629B69"/>
                </a:solidFill>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rPr>
              <a:t>consectetur</a:t>
            </a:r>
            <a:r>
              <a:rPr lang="en-US" altLang="zh-CN" sz="1200" dirty="0">
                <a:solidFill>
                  <a:srgbClr val="629B69"/>
                </a:solidFill>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rPr>
              <a:t> </a:t>
            </a:r>
            <a:r>
              <a:rPr lang="en-US" altLang="zh-CN" sz="1200" dirty="0" err="1">
                <a:solidFill>
                  <a:srgbClr val="629B69"/>
                </a:solidFill>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rPr>
              <a:t>adipisicing</a:t>
            </a:r>
            <a:r>
              <a:rPr lang="en-US" altLang="zh-CN" sz="1200" dirty="0">
                <a:solidFill>
                  <a:srgbClr val="629B69"/>
                </a:solidFill>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rPr>
              <a:t> </a:t>
            </a:r>
            <a:r>
              <a:rPr lang="en-US" altLang="zh-CN" sz="1200" dirty="0" err="1">
                <a:solidFill>
                  <a:srgbClr val="629B69"/>
                </a:solidFill>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rPr>
              <a:t>elit.Lorem</a:t>
            </a:r>
            <a:r>
              <a:rPr lang="en-US" altLang="zh-CN" sz="1200" dirty="0">
                <a:solidFill>
                  <a:srgbClr val="629B69"/>
                </a:solidFill>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rPr>
              <a:t> </a:t>
            </a:r>
            <a:r>
              <a:rPr lang="en-US" altLang="zh-CN" sz="1200" dirty="0" err="1">
                <a:solidFill>
                  <a:srgbClr val="629B69"/>
                </a:solidFill>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rPr>
              <a:t>ips</a:t>
            </a:r>
            <a:endParaRPr lang="zh-CN" altLang="en-US" sz="1200" dirty="0">
              <a:solidFill>
                <a:srgbClr val="629B69"/>
              </a:solidFill>
              <a:latin typeface="汉仪南宫体简" panose="02010600000101010101" pitchFamily="2" charset="-122"/>
              <a:ea typeface="汉仪南宫体简" panose="02010600000101010101" pitchFamily="2" charset="-122"/>
              <a:cs typeface="Calibri Light" panose="020F0302020204030204" pitchFamily="34" charset="0"/>
              <a:sym typeface="汉仪南宫体简" panose="0201060000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0"/>
          <p:cNvSpPr/>
          <p:nvPr userDrawn="1"/>
        </p:nvSpPr>
        <p:spPr>
          <a:xfrm>
            <a:off x="4895850" y="296545"/>
            <a:ext cx="2400300" cy="494030"/>
          </a:xfrm>
          <a:prstGeom prst="rect">
            <a:avLst/>
          </a:prstGeom>
          <a:noFill/>
          <a:ln w="2222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spc="300">
                <a:solidFill>
                  <a:srgbClr val="629B69"/>
                </a:solidFill>
                <a:uFillTx/>
                <a:latin typeface="汉仪南宫体简" panose="02010600000101010101" pitchFamily="2" charset="-122"/>
                <a:ea typeface="汉仪南宫体简" panose="02010600000101010101" pitchFamily="2" charset="-122"/>
                <a:sym typeface="汉仪南宫体简" panose="02010600000101010101" pitchFamily="2" charset="-122"/>
              </a:rPr>
              <a:t>标题文本预设</a:t>
            </a:r>
            <a:endParaRPr lang="zh-CN" altLang="en-US" sz="2400" spc="300">
              <a:solidFill>
                <a:srgbClr val="629B69"/>
              </a:solidFill>
              <a:uFillTx/>
              <a:latin typeface="汉仪南宫体简" panose="02010600000101010101" pitchFamily="2" charset="-122"/>
              <a:ea typeface="汉仪南宫体简" panose="02010600000101010101" pitchFamily="2" charset="-122"/>
              <a:sym typeface="汉仪南宫体简" panose="02010600000101010101" pitchFamily="2" charset="-122"/>
            </a:endParaRPr>
          </a:p>
        </p:txBody>
      </p:sp>
      <p:sp>
        <p:nvSpPr>
          <p:cNvPr id="7" name="AutoShape1"/>
          <p:cNvSpPr>
            <a:spLocks noChangeArrowheads="1"/>
          </p:cNvSpPr>
          <p:nvPr>
            <p:custDataLst>
              <p:tags r:id="rId1"/>
            </p:custDataLst>
          </p:nvPr>
        </p:nvSpPr>
        <p:spPr bwMode="auto">
          <a:xfrm>
            <a:off x="1703070" y="2225040"/>
            <a:ext cx="1189990" cy="1189990"/>
          </a:xfrm>
          <a:prstGeom prst="ellipse">
            <a:avLst/>
          </a:prstGeom>
          <a:solidFill>
            <a:srgbClr val="629B69"/>
          </a:solidFill>
          <a:ln w="28575" cap="flat">
            <a:noFill/>
            <a:prstDash val="solid"/>
            <a:miter lim="800000"/>
          </a:ln>
          <a:effectLst>
            <a:outerShdw sx="1000" sy="1000" algn="ctr" rotWithShape="0">
              <a:prstClr val="black"/>
            </a:outerShdw>
          </a:effectLst>
        </p:spPr>
        <p:txBody>
          <a:bodyPr vert="horz" wrap="square" lIns="91440" tIns="45720" rIns="91440" bIns="45720" numCol="1" anchor="ctr" anchorCtr="1" compatLnSpc="1"/>
          <a:lstStyle/>
          <a:p>
            <a:pPr>
              <a:defRPr/>
            </a:pPr>
            <a:r>
              <a:rPr lang="zh-CN" altLang="en-US" sz="2400" kern="0" dirty="0">
                <a:solidFill>
                  <a:sysClr val="window" lastClr="FFFFFF"/>
                </a:solidFill>
                <a:latin typeface="汉仪南宫体简" panose="02010600000101010101" pitchFamily="2" charset="-122"/>
                <a:ea typeface="汉仪南宫体简" panose="02010600000101010101" pitchFamily="2" charset="-122"/>
                <a:cs typeface="阿里巴巴普惠体 R" panose="00020600040101010101" charset="-122"/>
                <a:sym typeface="汉仪南宫体简" panose="02010600000101010101" pitchFamily="2" charset="-122"/>
              </a:rPr>
              <a:t>标题</a:t>
            </a:r>
            <a:endParaRPr lang="en-US" altLang="zh-CN" sz="2400" kern="0" dirty="0">
              <a:solidFill>
                <a:sysClr val="window" lastClr="FFFFFF"/>
              </a:solidFill>
              <a:latin typeface="汉仪南宫体简" panose="02010600000101010101" pitchFamily="2" charset="-122"/>
              <a:ea typeface="汉仪南宫体简" panose="02010600000101010101" pitchFamily="2" charset="-122"/>
              <a:cs typeface="阿里巴巴普惠体 R" panose="00020600040101010101" charset="-122"/>
              <a:sym typeface="汉仪南宫体简" panose="02010600000101010101" pitchFamily="2" charset="-122"/>
            </a:endParaRPr>
          </a:p>
        </p:txBody>
      </p:sp>
      <p:cxnSp>
        <p:nvCxnSpPr>
          <p:cNvPr id="27" name="Line0"/>
          <p:cNvCxnSpPr/>
          <p:nvPr>
            <p:custDataLst>
              <p:tags r:id="rId2"/>
            </p:custDataLst>
          </p:nvPr>
        </p:nvCxnSpPr>
        <p:spPr>
          <a:xfrm>
            <a:off x="839470" y="2820035"/>
            <a:ext cx="652780" cy="0"/>
          </a:xfrm>
          <a:prstGeom prst="line">
            <a:avLst/>
          </a:prstGeom>
          <a:noFill/>
          <a:ln w="25400" cap="flat" cmpd="sng" algn="ctr">
            <a:solidFill>
              <a:srgbClr val="629B69"/>
            </a:solidFill>
            <a:prstDash val="solid"/>
            <a:miter lim="800000"/>
            <a:headEnd type="oval"/>
          </a:ln>
          <a:effectLst/>
        </p:spPr>
      </p:cxnSp>
      <p:sp>
        <p:nvSpPr>
          <p:cNvPr id="28" name="Freeform0"/>
          <p:cNvSpPr/>
          <p:nvPr>
            <p:custDataLst>
              <p:tags r:id="rId3"/>
            </p:custDataLst>
          </p:nvPr>
        </p:nvSpPr>
        <p:spPr bwMode="auto">
          <a:xfrm flipV="1">
            <a:off x="1479550" y="2820035"/>
            <a:ext cx="818515" cy="805815"/>
          </a:xfrm>
          <a:custGeom>
            <a:avLst/>
            <a:gdLst>
              <a:gd name="T0" fmla="*/ 0 w 722402"/>
              <a:gd name="T1" fmla="*/ 706357 h 711200"/>
              <a:gd name="T2" fmla="*/ 210799 w 722402"/>
              <a:gd name="T3" fmla="*/ 202969 h 711200"/>
              <a:gd name="T4" fmla="*/ 717354 w 722402"/>
              <a:gd name="T5" fmla="*/ 89 h 711200"/>
              <a:gd name="T6" fmla="*/ 0 60000 65536"/>
              <a:gd name="T7" fmla="*/ 0 60000 65536"/>
              <a:gd name="T8" fmla="*/ 0 60000 65536"/>
            </a:gdLst>
            <a:ahLst/>
            <a:cxnLst>
              <a:cxn ang="T6">
                <a:pos x="T0" y="T1"/>
              </a:cxn>
              <a:cxn ang="T7">
                <a:pos x="T2" y="T3"/>
              </a:cxn>
              <a:cxn ang="T8">
                <a:pos x="T4" y="T5"/>
              </a:cxn>
            </a:cxnLst>
            <a:rect l="0" t="0" r="r" b="b"/>
            <a:pathLst>
              <a:path w="722402" h="711200">
                <a:moveTo>
                  <a:pt x="0" y="711200"/>
                </a:moveTo>
                <a:cubicBezTo>
                  <a:pt x="0" y="520636"/>
                  <a:pt x="76476" y="338044"/>
                  <a:pt x="212282" y="204361"/>
                </a:cubicBezTo>
                <a:cubicBezTo>
                  <a:pt x="348088" y="70678"/>
                  <a:pt x="531862" y="-2913"/>
                  <a:pt x="722402" y="89"/>
                </a:cubicBezTo>
              </a:path>
            </a:pathLst>
          </a:custGeom>
          <a:noFill/>
          <a:ln w="25400">
            <a:solidFill>
              <a:srgbClr val="629B69"/>
            </a:solidFill>
            <a:round/>
          </a:ln>
          <a:extLst>
            <a:ext uri="{909E8E84-426E-40DD-AFC4-6F175D3DCCD1}">
              <a14:hiddenFill xmlns:a14="http://schemas.microsoft.com/office/drawing/2010/main">
                <a:solidFill>
                  <a:srgbClr val="FFFFFF"/>
                </a:solidFill>
              </a14:hiddenFill>
            </a:ext>
          </a:extLst>
        </p:spPr>
        <p:txBody>
          <a:bodyPr anchor="ctr"/>
          <a:lstStyle/>
          <a:p>
            <a:pPr>
              <a:defRPr/>
            </a:pPr>
            <a:endParaRPr lang="zh-CN" altLang="en-US" sz="2400" kern="0">
              <a:solidFill>
                <a:sysClr val="windowText" lastClr="000000"/>
              </a:solidFill>
              <a:latin typeface="汉仪南宫体简" panose="02010600000101010101" pitchFamily="2" charset="-122"/>
              <a:ea typeface="汉仪南宫体简" panose="02010600000101010101" pitchFamily="2" charset="-122"/>
              <a:sym typeface="汉仪南宫体简" panose="02010600000101010101" pitchFamily="2" charset="-122"/>
            </a:endParaRPr>
          </a:p>
        </p:txBody>
      </p:sp>
      <p:sp>
        <p:nvSpPr>
          <p:cNvPr id="9" name="AutoShape2"/>
          <p:cNvSpPr>
            <a:spLocks noChangeArrowheads="1"/>
          </p:cNvSpPr>
          <p:nvPr>
            <p:custDataLst>
              <p:tags r:id="rId4"/>
            </p:custDataLst>
          </p:nvPr>
        </p:nvSpPr>
        <p:spPr bwMode="auto">
          <a:xfrm>
            <a:off x="4139565" y="2225040"/>
            <a:ext cx="1188085" cy="1189990"/>
          </a:xfrm>
          <a:prstGeom prst="ellipse">
            <a:avLst/>
          </a:prstGeom>
          <a:solidFill>
            <a:srgbClr val="629B69"/>
          </a:solidFill>
          <a:ln w="28575" cap="flat">
            <a:noFill/>
            <a:prstDash val="solid"/>
            <a:miter lim="800000"/>
          </a:ln>
          <a:effectLst>
            <a:outerShdw sx="1000" sy="1000" algn="ctr" rotWithShape="0">
              <a:prstClr val="black"/>
            </a:outerShdw>
          </a:effectLst>
        </p:spPr>
        <p:txBody>
          <a:bodyPr vert="horz" wrap="square" lIns="91440" tIns="45720" rIns="91440" bIns="45720" numCol="1" anchor="ctr" anchorCtr="1" compatLnSpc="1"/>
          <a:lstStyle/>
          <a:p>
            <a:pPr>
              <a:defRPr/>
            </a:pPr>
            <a:r>
              <a:rPr lang="zh-CN" altLang="en-US" sz="2400" kern="0" dirty="0">
                <a:solidFill>
                  <a:sysClr val="window" lastClr="FFFFFF"/>
                </a:solidFill>
                <a:latin typeface="汉仪南宫体简" panose="02010600000101010101" pitchFamily="2" charset="-122"/>
                <a:ea typeface="汉仪南宫体简" panose="02010600000101010101" pitchFamily="2" charset="-122"/>
                <a:cs typeface="阿里巴巴普惠体 R" panose="00020600040101010101" charset="-122"/>
                <a:sym typeface="汉仪南宫体简" panose="02010600000101010101" pitchFamily="2" charset="-122"/>
              </a:rPr>
              <a:t>标题</a:t>
            </a:r>
            <a:endParaRPr lang="en-US" altLang="zh-CN" sz="2400" kern="0" dirty="0">
              <a:solidFill>
                <a:sysClr val="window" lastClr="FFFFFF"/>
              </a:solidFill>
              <a:latin typeface="汉仪南宫体简" panose="02010600000101010101" pitchFamily="2" charset="-122"/>
              <a:ea typeface="汉仪南宫体简" panose="02010600000101010101" pitchFamily="2" charset="-122"/>
              <a:cs typeface="阿里巴巴普惠体 R" panose="00020600040101010101" charset="-122"/>
              <a:sym typeface="汉仪南宫体简" panose="02010600000101010101" pitchFamily="2" charset="-122"/>
            </a:endParaRPr>
          </a:p>
        </p:txBody>
      </p:sp>
      <p:sp>
        <p:nvSpPr>
          <p:cNvPr id="10" name="AutoShape3"/>
          <p:cNvSpPr>
            <a:spLocks noChangeArrowheads="1"/>
          </p:cNvSpPr>
          <p:nvPr>
            <p:custDataLst>
              <p:tags r:id="rId5"/>
            </p:custDataLst>
          </p:nvPr>
        </p:nvSpPr>
        <p:spPr bwMode="auto">
          <a:xfrm>
            <a:off x="6574155" y="2225040"/>
            <a:ext cx="1188085" cy="1189990"/>
          </a:xfrm>
          <a:prstGeom prst="ellipse">
            <a:avLst/>
          </a:prstGeom>
          <a:solidFill>
            <a:srgbClr val="629B69"/>
          </a:solidFill>
          <a:ln w="28575" cap="flat">
            <a:noFill/>
            <a:prstDash val="solid"/>
            <a:miter lim="800000"/>
          </a:ln>
          <a:effectLst>
            <a:outerShdw sx="1000" sy="1000" algn="ctr" rotWithShape="0">
              <a:prstClr val="black"/>
            </a:outerShdw>
          </a:effectLst>
        </p:spPr>
        <p:txBody>
          <a:bodyPr vert="horz" wrap="square" lIns="91440" tIns="45720" rIns="91440" bIns="45720" numCol="1" anchor="ctr" anchorCtr="1" compatLnSpc="1"/>
          <a:lstStyle/>
          <a:p>
            <a:pPr>
              <a:defRPr/>
            </a:pPr>
            <a:r>
              <a:rPr lang="zh-CN" altLang="en-US" sz="2400" kern="0" dirty="0">
                <a:solidFill>
                  <a:sysClr val="window" lastClr="FFFFFF"/>
                </a:solidFill>
                <a:latin typeface="汉仪南宫体简" panose="02010600000101010101" pitchFamily="2" charset="-122"/>
                <a:ea typeface="汉仪南宫体简" panose="02010600000101010101" pitchFamily="2" charset="-122"/>
                <a:cs typeface="阿里巴巴普惠体 R" panose="00020600040101010101" charset="-122"/>
                <a:sym typeface="汉仪南宫体简" panose="02010600000101010101" pitchFamily="2" charset="-122"/>
              </a:rPr>
              <a:t>标题</a:t>
            </a:r>
            <a:endParaRPr lang="en-US" altLang="zh-CN" sz="2400" kern="0" dirty="0">
              <a:solidFill>
                <a:sysClr val="window" lastClr="FFFFFF"/>
              </a:solidFill>
              <a:latin typeface="汉仪南宫体简" panose="02010600000101010101" pitchFamily="2" charset="-122"/>
              <a:ea typeface="汉仪南宫体简" panose="02010600000101010101" pitchFamily="2" charset="-122"/>
              <a:cs typeface="阿里巴巴普惠体 R" panose="00020600040101010101" charset="-122"/>
              <a:sym typeface="汉仪南宫体简" panose="02010600000101010101" pitchFamily="2" charset="-122"/>
            </a:endParaRPr>
          </a:p>
        </p:txBody>
      </p:sp>
      <p:sp>
        <p:nvSpPr>
          <p:cNvPr id="11" name="AutoShape4"/>
          <p:cNvSpPr>
            <a:spLocks noChangeArrowheads="1"/>
          </p:cNvSpPr>
          <p:nvPr>
            <p:custDataLst>
              <p:tags r:id="rId6"/>
            </p:custDataLst>
          </p:nvPr>
        </p:nvSpPr>
        <p:spPr bwMode="auto">
          <a:xfrm>
            <a:off x="9015730" y="2225040"/>
            <a:ext cx="1188085" cy="1189990"/>
          </a:xfrm>
          <a:prstGeom prst="ellipse">
            <a:avLst/>
          </a:prstGeom>
          <a:solidFill>
            <a:srgbClr val="629B69"/>
          </a:solidFill>
          <a:ln w="28575" cap="flat">
            <a:noFill/>
            <a:prstDash val="solid"/>
            <a:miter lim="800000"/>
          </a:ln>
          <a:effectLst>
            <a:outerShdw sx="1000" sy="1000" algn="ctr" rotWithShape="0">
              <a:prstClr val="black"/>
            </a:outerShdw>
          </a:effectLst>
        </p:spPr>
        <p:txBody>
          <a:bodyPr vert="horz" wrap="square" lIns="91440" tIns="45720" rIns="91440" bIns="45720" numCol="1" anchor="ctr" anchorCtr="1" compatLnSpc="1"/>
          <a:lstStyle/>
          <a:p>
            <a:pPr>
              <a:defRPr/>
            </a:pPr>
            <a:r>
              <a:rPr lang="zh-CN" altLang="en-US" sz="2400" kern="0" dirty="0">
                <a:solidFill>
                  <a:sysClr val="window" lastClr="FFFFFF"/>
                </a:solidFill>
                <a:latin typeface="汉仪南宫体简" panose="02010600000101010101" pitchFamily="2" charset="-122"/>
                <a:ea typeface="汉仪南宫体简" panose="02010600000101010101" pitchFamily="2" charset="-122"/>
                <a:cs typeface="阿里巴巴普惠体 R" panose="00020600040101010101" charset="-122"/>
                <a:sym typeface="汉仪南宫体简" panose="02010600000101010101" pitchFamily="2" charset="-122"/>
              </a:rPr>
              <a:t>标题</a:t>
            </a:r>
            <a:endParaRPr lang="en-US" altLang="zh-CN" sz="2400" kern="0" dirty="0">
              <a:solidFill>
                <a:sysClr val="window" lastClr="FFFFFF"/>
              </a:solidFill>
              <a:latin typeface="汉仪南宫体简" panose="02010600000101010101" pitchFamily="2" charset="-122"/>
              <a:ea typeface="汉仪南宫体简" panose="02010600000101010101" pitchFamily="2" charset="-122"/>
              <a:cs typeface="阿里巴巴普惠体 R" panose="00020600040101010101" charset="-122"/>
              <a:sym typeface="汉仪南宫体简" panose="02010600000101010101" pitchFamily="2" charset="-122"/>
            </a:endParaRPr>
          </a:p>
        </p:txBody>
      </p:sp>
      <p:sp>
        <p:nvSpPr>
          <p:cNvPr id="24" name="Freeform1"/>
          <p:cNvSpPr/>
          <p:nvPr>
            <p:custDataLst>
              <p:tags r:id="rId7"/>
            </p:custDataLst>
          </p:nvPr>
        </p:nvSpPr>
        <p:spPr bwMode="auto">
          <a:xfrm flipH="1">
            <a:off x="7167245" y="2013585"/>
            <a:ext cx="818515" cy="805815"/>
          </a:xfrm>
          <a:custGeom>
            <a:avLst/>
            <a:gdLst>
              <a:gd name="T0" fmla="*/ 0 w 722402"/>
              <a:gd name="T1" fmla="*/ 706355 h 711200"/>
              <a:gd name="T2" fmla="*/ 210799 w 722402"/>
              <a:gd name="T3" fmla="*/ 202969 h 711200"/>
              <a:gd name="T4" fmla="*/ 717354 w 722402"/>
              <a:gd name="T5" fmla="*/ 89 h 711200"/>
              <a:gd name="T6" fmla="*/ 0 60000 65536"/>
              <a:gd name="T7" fmla="*/ 0 60000 65536"/>
              <a:gd name="T8" fmla="*/ 0 60000 65536"/>
            </a:gdLst>
            <a:ahLst/>
            <a:cxnLst>
              <a:cxn ang="T6">
                <a:pos x="T0" y="T1"/>
              </a:cxn>
              <a:cxn ang="T7">
                <a:pos x="T2" y="T3"/>
              </a:cxn>
              <a:cxn ang="T8">
                <a:pos x="T4" y="T5"/>
              </a:cxn>
            </a:cxnLst>
            <a:rect l="0" t="0" r="r" b="b"/>
            <a:pathLst>
              <a:path w="722402" h="711200">
                <a:moveTo>
                  <a:pt x="0" y="711200"/>
                </a:moveTo>
                <a:cubicBezTo>
                  <a:pt x="0" y="520636"/>
                  <a:pt x="76476" y="338044"/>
                  <a:pt x="212282" y="204361"/>
                </a:cubicBezTo>
                <a:cubicBezTo>
                  <a:pt x="348088" y="70678"/>
                  <a:pt x="531862" y="-2913"/>
                  <a:pt x="722402" y="89"/>
                </a:cubicBezTo>
              </a:path>
            </a:pathLst>
          </a:custGeom>
          <a:noFill/>
          <a:ln w="25400">
            <a:solidFill>
              <a:srgbClr val="629B69"/>
            </a:solidFill>
            <a:round/>
          </a:ln>
          <a:extLst>
            <a:ext uri="{909E8E84-426E-40DD-AFC4-6F175D3DCCD1}">
              <a14:hiddenFill xmlns:a14="http://schemas.microsoft.com/office/drawing/2010/main">
                <a:solidFill>
                  <a:srgbClr val="FFFFFF"/>
                </a:solidFill>
              </a14:hiddenFill>
            </a:ext>
          </a:extLst>
        </p:spPr>
        <p:txBody>
          <a:bodyPr anchor="ctr"/>
          <a:lstStyle/>
          <a:p>
            <a:pPr>
              <a:defRPr/>
            </a:pPr>
            <a:endParaRPr lang="zh-CN" altLang="en-US" sz="2400" kern="0">
              <a:solidFill>
                <a:sysClr val="windowText" lastClr="000000"/>
              </a:solidFill>
              <a:latin typeface="汉仪南宫体简" panose="02010600000101010101" pitchFamily="2" charset="-122"/>
              <a:ea typeface="汉仪南宫体简" panose="02010600000101010101" pitchFamily="2" charset="-122"/>
              <a:sym typeface="汉仪南宫体简" panose="02010600000101010101" pitchFamily="2" charset="-122"/>
            </a:endParaRPr>
          </a:p>
        </p:txBody>
      </p:sp>
      <p:cxnSp>
        <p:nvCxnSpPr>
          <p:cNvPr id="25" name="Line1"/>
          <p:cNvCxnSpPr/>
          <p:nvPr>
            <p:custDataLst>
              <p:tags r:id="rId8"/>
            </p:custDataLst>
          </p:nvPr>
        </p:nvCxnSpPr>
        <p:spPr>
          <a:xfrm>
            <a:off x="7973695" y="2820035"/>
            <a:ext cx="826135" cy="0"/>
          </a:xfrm>
          <a:prstGeom prst="line">
            <a:avLst/>
          </a:prstGeom>
          <a:noFill/>
          <a:ln w="25400" cap="flat" cmpd="sng" algn="ctr">
            <a:solidFill>
              <a:srgbClr val="629B69"/>
            </a:solidFill>
            <a:prstDash val="solid"/>
            <a:miter lim="800000"/>
            <a:headEnd type="none"/>
          </a:ln>
          <a:effectLst/>
        </p:spPr>
      </p:cxnSp>
      <p:sp>
        <p:nvSpPr>
          <p:cNvPr id="26" name="Freeform2"/>
          <p:cNvSpPr/>
          <p:nvPr>
            <p:custDataLst>
              <p:tags r:id="rId9"/>
            </p:custDataLst>
          </p:nvPr>
        </p:nvSpPr>
        <p:spPr bwMode="auto">
          <a:xfrm flipV="1">
            <a:off x="8790305" y="2820035"/>
            <a:ext cx="818515" cy="805815"/>
          </a:xfrm>
          <a:custGeom>
            <a:avLst/>
            <a:gdLst>
              <a:gd name="T0" fmla="*/ 0 w 722402"/>
              <a:gd name="T1" fmla="*/ 706357 h 711200"/>
              <a:gd name="T2" fmla="*/ 210799 w 722402"/>
              <a:gd name="T3" fmla="*/ 202969 h 711200"/>
              <a:gd name="T4" fmla="*/ 717354 w 722402"/>
              <a:gd name="T5" fmla="*/ 89 h 711200"/>
              <a:gd name="T6" fmla="*/ 0 60000 65536"/>
              <a:gd name="T7" fmla="*/ 0 60000 65536"/>
              <a:gd name="T8" fmla="*/ 0 60000 65536"/>
            </a:gdLst>
            <a:ahLst/>
            <a:cxnLst>
              <a:cxn ang="T6">
                <a:pos x="T0" y="T1"/>
              </a:cxn>
              <a:cxn ang="T7">
                <a:pos x="T2" y="T3"/>
              </a:cxn>
              <a:cxn ang="T8">
                <a:pos x="T4" y="T5"/>
              </a:cxn>
            </a:cxnLst>
            <a:rect l="0" t="0" r="r" b="b"/>
            <a:pathLst>
              <a:path w="722402" h="711200">
                <a:moveTo>
                  <a:pt x="0" y="711200"/>
                </a:moveTo>
                <a:cubicBezTo>
                  <a:pt x="0" y="520636"/>
                  <a:pt x="76476" y="338044"/>
                  <a:pt x="212282" y="204361"/>
                </a:cubicBezTo>
                <a:cubicBezTo>
                  <a:pt x="348088" y="70678"/>
                  <a:pt x="531862" y="-2913"/>
                  <a:pt x="722402" y="89"/>
                </a:cubicBezTo>
              </a:path>
            </a:pathLst>
          </a:custGeom>
          <a:noFill/>
          <a:ln w="25400">
            <a:solidFill>
              <a:srgbClr val="629B69"/>
            </a:solidFill>
            <a:round/>
          </a:ln>
          <a:extLst>
            <a:ext uri="{909E8E84-426E-40DD-AFC4-6F175D3DCCD1}">
              <a14:hiddenFill xmlns:a14="http://schemas.microsoft.com/office/drawing/2010/main">
                <a:solidFill>
                  <a:srgbClr val="FFFFFF"/>
                </a:solidFill>
              </a14:hiddenFill>
            </a:ext>
          </a:extLst>
        </p:spPr>
        <p:txBody>
          <a:bodyPr anchor="ctr"/>
          <a:lstStyle/>
          <a:p>
            <a:pPr>
              <a:defRPr/>
            </a:pPr>
            <a:endParaRPr lang="zh-CN" altLang="en-US" sz="2400" kern="0">
              <a:solidFill>
                <a:sysClr val="windowText" lastClr="000000"/>
              </a:solidFill>
              <a:latin typeface="汉仪南宫体简" panose="02010600000101010101" pitchFamily="2" charset="-122"/>
              <a:ea typeface="汉仪南宫体简" panose="02010600000101010101" pitchFamily="2" charset="-122"/>
              <a:sym typeface="汉仪南宫体简" panose="02010600000101010101" pitchFamily="2" charset="-122"/>
            </a:endParaRPr>
          </a:p>
        </p:txBody>
      </p:sp>
      <p:sp>
        <p:nvSpPr>
          <p:cNvPr id="22" name="Freeform3"/>
          <p:cNvSpPr/>
          <p:nvPr>
            <p:custDataLst>
              <p:tags r:id="rId10"/>
            </p:custDataLst>
          </p:nvPr>
        </p:nvSpPr>
        <p:spPr bwMode="auto">
          <a:xfrm flipH="1">
            <a:off x="9608820" y="2013585"/>
            <a:ext cx="818515" cy="805815"/>
          </a:xfrm>
          <a:custGeom>
            <a:avLst/>
            <a:gdLst>
              <a:gd name="T0" fmla="*/ 0 w 722402"/>
              <a:gd name="T1" fmla="*/ 706355 h 711200"/>
              <a:gd name="T2" fmla="*/ 210799 w 722402"/>
              <a:gd name="T3" fmla="*/ 202969 h 711200"/>
              <a:gd name="T4" fmla="*/ 717354 w 722402"/>
              <a:gd name="T5" fmla="*/ 89 h 711200"/>
              <a:gd name="T6" fmla="*/ 0 60000 65536"/>
              <a:gd name="T7" fmla="*/ 0 60000 65536"/>
              <a:gd name="T8" fmla="*/ 0 60000 65536"/>
            </a:gdLst>
            <a:ahLst/>
            <a:cxnLst>
              <a:cxn ang="T6">
                <a:pos x="T0" y="T1"/>
              </a:cxn>
              <a:cxn ang="T7">
                <a:pos x="T2" y="T3"/>
              </a:cxn>
              <a:cxn ang="T8">
                <a:pos x="T4" y="T5"/>
              </a:cxn>
            </a:cxnLst>
            <a:rect l="0" t="0" r="r" b="b"/>
            <a:pathLst>
              <a:path w="722402" h="711200">
                <a:moveTo>
                  <a:pt x="0" y="711200"/>
                </a:moveTo>
                <a:cubicBezTo>
                  <a:pt x="0" y="520636"/>
                  <a:pt x="76476" y="338044"/>
                  <a:pt x="212282" y="204361"/>
                </a:cubicBezTo>
                <a:cubicBezTo>
                  <a:pt x="348088" y="70678"/>
                  <a:pt x="531862" y="-2913"/>
                  <a:pt x="722402" y="89"/>
                </a:cubicBezTo>
              </a:path>
            </a:pathLst>
          </a:custGeom>
          <a:noFill/>
          <a:ln w="25400">
            <a:solidFill>
              <a:srgbClr val="629B69"/>
            </a:solidFill>
            <a:round/>
          </a:ln>
          <a:extLst>
            <a:ext uri="{909E8E84-426E-40DD-AFC4-6F175D3DCCD1}">
              <a14:hiddenFill xmlns:a14="http://schemas.microsoft.com/office/drawing/2010/main">
                <a:solidFill>
                  <a:srgbClr val="FFFFFF"/>
                </a:solidFill>
              </a14:hiddenFill>
            </a:ext>
          </a:extLst>
        </p:spPr>
        <p:txBody>
          <a:bodyPr anchor="ctr"/>
          <a:lstStyle/>
          <a:p>
            <a:pPr>
              <a:defRPr/>
            </a:pPr>
            <a:endParaRPr lang="zh-CN" altLang="en-US" sz="2400" kern="0">
              <a:solidFill>
                <a:sysClr val="windowText" lastClr="000000"/>
              </a:solidFill>
              <a:latin typeface="汉仪南宫体简" panose="02010600000101010101" pitchFamily="2" charset="-122"/>
              <a:ea typeface="汉仪南宫体简" panose="02010600000101010101" pitchFamily="2" charset="-122"/>
              <a:sym typeface="汉仪南宫体简" panose="02010600000101010101" pitchFamily="2" charset="-122"/>
            </a:endParaRPr>
          </a:p>
        </p:txBody>
      </p:sp>
      <p:cxnSp>
        <p:nvCxnSpPr>
          <p:cNvPr id="23" name="Line2"/>
          <p:cNvCxnSpPr/>
          <p:nvPr>
            <p:custDataLst>
              <p:tags r:id="rId11"/>
            </p:custDataLst>
          </p:nvPr>
        </p:nvCxnSpPr>
        <p:spPr>
          <a:xfrm>
            <a:off x="10415270" y="2820035"/>
            <a:ext cx="652780" cy="0"/>
          </a:xfrm>
          <a:prstGeom prst="line">
            <a:avLst/>
          </a:prstGeom>
          <a:noFill/>
          <a:ln w="25400" cap="flat" cmpd="sng" algn="ctr">
            <a:solidFill>
              <a:srgbClr val="629B69"/>
            </a:solidFill>
            <a:prstDash val="solid"/>
            <a:miter lim="800000"/>
            <a:headEnd type="none"/>
            <a:tailEnd type="oval"/>
          </a:ln>
          <a:effectLst/>
        </p:spPr>
      </p:cxnSp>
      <p:sp>
        <p:nvSpPr>
          <p:cNvPr id="19" name="Freeform4"/>
          <p:cNvSpPr/>
          <p:nvPr>
            <p:custDataLst>
              <p:tags r:id="rId12"/>
            </p:custDataLst>
          </p:nvPr>
        </p:nvSpPr>
        <p:spPr bwMode="auto">
          <a:xfrm flipH="1">
            <a:off x="2298700" y="2013585"/>
            <a:ext cx="818515" cy="805815"/>
          </a:xfrm>
          <a:custGeom>
            <a:avLst/>
            <a:gdLst>
              <a:gd name="T0" fmla="*/ 0 w 722402"/>
              <a:gd name="T1" fmla="*/ 706355 h 711200"/>
              <a:gd name="T2" fmla="*/ 210799 w 722402"/>
              <a:gd name="T3" fmla="*/ 202969 h 711200"/>
              <a:gd name="T4" fmla="*/ 717354 w 722402"/>
              <a:gd name="T5" fmla="*/ 89 h 711200"/>
              <a:gd name="T6" fmla="*/ 0 60000 65536"/>
              <a:gd name="T7" fmla="*/ 0 60000 65536"/>
              <a:gd name="T8" fmla="*/ 0 60000 65536"/>
            </a:gdLst>
            <a:ahLst/>
            <a:cxnLst>
              <a:cxn ang="T6">
                <a:pos x="T0" y="T1"/>
              </a:cxn>
              <a:cxn ang="T7">
                <a:pos x="T2" y="T3"/>
              </a:cxn>
              <a:cxn ang="T8">
                <a:pos x="T4" y="T5"/>
              </a:cxn>
            </a:cxnLst>
            <a:rect l="0" t="0" r="r" b="b"/>
            <a:pathLst>
              <a:path w="722402" h="711200">
                <a:moveTo>
                  <a:pt x="0" y="711200"/>
                </a:moveTo>
                <a:cubicBezTo>
                  <a:pt x="0" y="520636"/>
                  <a:pt x="76476" y="338044"/>
                  <a:pt x="212282" y="204361"/>
                </a:cubicBezTo>
                <a:cubicBezTo>
                  <a:pt x="348088" y="70678"/>
                  <a:pt x="531862" y="-2913"/>
                  <a:pt x="722402" y="89"/>
                </a:cubicBezTo>
              </a:path>
            </a:pathLst>
          </a:custGeom>
          <a:noFill/>
          <a:ln w="25400">
            <a:solidFill>
              <a:srgbClr val="629B69"/>
            </a:solidFill>
            <a:round/>
          </a:ln>
          <a:extLst>
            <a:ext uri="{909E8E84-426E-40DD-AFC4-6F175D3DCCD1}">
              <a14:hiddenFill xmlns:a14="http://schemas.microsoft.com/office/drawing/2010/main">
                <a:solidFill>
                  <a:srgbClr val="FFFFFF"/>
                </a:solidFill>
              </a14:hiddenFill>
            </a:ext>
          </a:extLst>
        </p:spPr>
        <p:txBody>
          <a:bodyPr anchor="ctr"/>
          <a:lstStyle/>
          <a:p>
            <a:pPr>
              <a:defRPr/>
            </a:pPr>
            <a:endParaRPr lang="zh-CN" altLang="en-US" sz="2400" kern="0">
              <a:solidFill>
                <a:sysClr val="windowText" lastClr="000000"/>
              </a:solidFill>
              <a:latin typeface="汉仪南宫体简" panose="02010600000101010101" pitchFamily="2" charset="-122"/>
              <a:ea typeface="汉仪南宫体简" panose="02010600000101010101" pitchFamily="2" charset="-122"/>
              <a:sym typeface="汉仪南宫体简" panose="02010600000101010101" pitchFamily="2" charset="-122"/>
            </a:endParaRPr>
          </a:p>
        </p:txBody>
      </p:sp>
      <p:sp>
        <p:nvSpPr>
          <p:cNvPr id="20" name="Freeform5"/>
          <p:cNvSpPr/>
          <p:nvPr>
            <p:custDataLst>
              <p:tags r:id="rId13"/>
            </p:custDataLst>
          </p:nvPr>
        </p:nvSpPr>
        <p:spPr bwMode="auto">
          <a:xfrm flipV="1">
            <a:off x="3916045" y="2820035"/>
            <a:ext cx="818515" cy="805815"/>
          </a:xfrm>
          <a:custGeom>
            <a:avLst/>
            <a:gdLst>
              <a:gd name="T0" fmla="*/ 0 w 722402"/>
              <a:gd name="T1" fmla="*/ 706357 h 711200"/>
              <a:gd name="T2" fmla="*/ 210799 w 722402"/>
              <a:gd name="T3" fmla="*/ 202969 h 711200"/>
              <a:gd name="T4" fmla="*/ 717354 w 722402"/>
              <a:gd name="T5" fmla="*/ 89 h 711200"/>
              <a:gd name="T6" fmla="*/ 0 60000 65536"/>
              <a:gd name="T7" fmla="*/ 0 60000 65536"/>
              <a:gd name="T8" fmla="*/ 0 60000 65536"/>
            </a:gdLst>
            <a:ahLst/>
            <a:cxnLst>
              <a:cxn ang="T6">
                <a:pos x="T0" y="T1"/>
              </a:cxn>
              <a:cxn ang="T7">
                <a:pos x="T2" y="T3"/>
              </a:cxn>
              <a:cxn ang="T8">
                <a:pos x="T4" y="T5"/>
              </a:cxn>
            </a:cxnLst>
            <a:rect l="0" t="0" r="r" b="b"/>
            <a:pathLst>
              <a:path w="722402" h="711200">
                <a:moveTo>
                  <a:pt x="0" y="711200"/>
                </a:moveTo>
                <a:cubicBezTo>
                  <a:pt x="0" y="520636"/>
                  <a:pt x="76476" y="338044"/>
                  <a:pt x="212282" y="204361"/>
                </a:cubicBezTo>
                <a:cubicBezTo>
                  <a:pt x="348088" y="70678"/>
                  <a:pt x="531862" y="-2913"/>
                  <a:pt x="722402" y="89"/>
                </a:cubicBezTo>
              </a:path>
            </a:pathLst>
          </a:custGeom>
          <a:noFill/>
          <a:ln w="25400">
            <a:solidFill>
              <a:srgbClr val="629B69"/>
            </a:solidFill>
            <a:round/>
          </a:ln>
          <a:extLst>
            <a:ext uri="{909E8E84-426E-40DD-AFC4-6F175D3DCCD1}">
              <a14:hiddenFill xmlns:a14="http://schemas.microsoft.com/office/drawing/2010/main">
                <a:solidFill>
                  <a:srgbClr val="FFFFFF"/>
                </a:solidFill>
              </a14:hiddenFill>
            </a:ext>
          </a:extLst>
        </p:spPr>
        <p:txBody>
          <a:bodyPr anchor="ctr"/>
          <a:lstStyle/>
          <a:p>
            <a:pPr>
              <a:defRPr/>
            </a:pPr>
            <a:endParaRPr lang="zh-CN" altLang="en-US" sz="2400" kern="0">
              <a:solidFill>
                <a:sysClr val="windowText" lastClr="000000"/>
              </a:solidFill>
              <a:latin typeface="汉仪南宫体简" panose="02010600000101010101" pitchFamily="2" charset="-122"/>
              <a:ea typeface="汉仪南宫体简" panose="02010600000101010101" pitchFamily="2" charset="-122"/>
              <a:sym typeface="汉仪南宫体简" panose="02010600000101010101" pitchFamily="2" charset="-122"/>
            </a:endParaRPr>
          </a:p>
        </p:txBody>
      </p:sp>
      <p:cxnSp>
        <p:nvCxnSpPr>
          <p:cNvPr id="21" name="Line3"/>
          <p:cNvCxnSpPr/>
          <p:nvPr>
            <p:custDataLst>
              <p:tags r:id="rId14"/>
            </p:custDataLst>
          </p:nvPr>
        </p:nvCxnSpPr>
        <p:spPr>
          <a:xfrm>
            <a:off x="3102610" y="2820035"/>
            <a:ext cx="827405" cy="0"/>
          </a:xfrm>
          <a:prstGeom prst="line">
            <a:avLst/>
          </a:prstGeom>
          <a:noFill/>
          <a:ln w="25400" cap="flat" cmpd="sng" algn="ctr">
            <a:solidFill>
              <a:srgbClr val="629B69"/>
            </a:solidFill>
            <a:prstDash val="solid"/>
            <a:miter lim="800000"/>
            <a:headEnd type="none"/>
          </a:ln>
          <a:effectLst/>
        </p:spPr>
      </p:cxnSp>
      <p:sp>
        <p:nvSpPr>
          <p:cNvPr id="16" name="Freeform6"/>
          <p:cNvSpPr/>
          <p:nvPr>
            <p:custDataLst>
              <p:tags r:id="rId15"/>
            </p:custDataLst>
          </p:nvPr>
        </p:nvSpPr>
        <p:spPr bwMode="auto">
          <a:xfrm flipH="1">
            <a:off x="4734560" y="2013585"/>
            <a:ext cx="818515" cy="805815"/>
          </a:xfrm>
          <a:custGeom>
            <a:avLst/>
            <a:gdLst>
              <a:gd name="T0" fmla="*/ 0 w 722402"/>
              <a:gd name="T1" fmla="*/ 706355 h 711200"/>
              <a:gd name="T2" fmla="*/ 210799 w 722402"/>
              <a:gd name="T3" fmla="*/ 202969 h 711200"/>
              <a:gd name="T4" fmla="*/ 717354 w 722402"/>
              <a:gd name="T5" fmla="*/ 89 h 711200"/>
              <a:gd name="T6" fmla="*/ 0 60000 65536"/>
              <a:gd name="T7" fmla="*/ 0 60000 65536"/>
              <a:gd name="T8" fmla="*/ 0 60000 65536"/>
            </a:gdLst>
            <a:ahLst/>
            <a:cxnLst>
              <a:cxn ang="T6">
                <a:pos x="T0" y="T1"/>
              </a:cxn>
              <a:cxn ang="T7">
                <a:pos x="T2" y="T3"/>
              </a:cxn>
              <a:cxn ang="T8">
                <a:pos x="T4" y="T5"/>
              </a:cxn>
            </a:cxnLst>
            <a:rect l="0" t="0" r="r" b="b"/>
            <a:pathLst>
              <a:path w="722402" h="711200">
                <a:moveTo>
                  <a:pt x="0" y="711200"/>
                </a:moveTo>
                <a:cubicBezTo>
                  <a:pt x="0" y="520636"/>
                  <a:pt x="76476" y="338044"/>
                  <a:pt x="212282" y="204361"/>
                </a:cubicBezTo>
                <a:cubicBezTo>
                  <a:pt x="348088" y="70678"/>
                  <a:pt x="531862" y="-2913"/>
                  <a:pt x="722402" y="89"/>
                </a:cubicBezTo>
              </a:path>
            </a:pathLst>
          </a:custGeom>
          <a:noFill/>
          <a:ln w="25400">
            <a:solidFill>
              <a:srgbClr val="629B69"/>
            </a:solidFill>
            <a:round/>
          </a:ln>
          <a:extLst>
            <a:ext uri="{909E8E84-426E-40DD-AFC4-6F175D3DCCD1}">
              <a14:hiddenFill xmlns:a14="http://schemas.microsoft.com/office/drawing/2010/main">
                <a:solidFill>
                  <a:srgbClr val="FFFFFF"/>
                </a:solidFill>
              </a14:hiddenFill>
            </a:ext>
          </a:extLst>
        </p:spPr>
        <p:txBody>
          <a:bodyPr anchor="ctr"/>
          <a:lstStyle/>
          <a:p>
            <a:pPr>
              <a:defRPr/>
            </a:pPr>
            <a:endParaRPr lang="zh-CN" altLang="en-US" sz="2400" kern="0">
              <a:solidFill>
                <a:sysClr val="windowText" lastClr="000000"/>
              </a:solidFill>
              <a:latin typeface="汉仪南宫体简" panose="02010600000101010101" pitchFamily="2" charset="-122"/>
              <a:ea typeface="汉仪南宫体简" panose="02010600000101010101" pitchFamily="2" charset="-122"/>
              <a:sym typeface="汉仪南宫体简" panose="02010600000101010101" pitchFamily="2" charset="-122"/>
            </a:endParaRPr>
          </a:p>
        </p:txBody>
      </p:sp>
      <p:sp>
        <p:nvSpPr>
          <p:cNvPr id="17" name="Freeform7"/>
          <p:cNvSpPr/>
          <p:nvPr>
            <p:custDataLst>
              <p:tags r:id="rId16"/>
            </p:custDataLst>
          </p:nvPr>
        </p:nvSpPr>
        <p:spPr bwMode="auto">
          <a:xfrm flipV="1">
            <a:off x="6348730" y="2820035"/>
            <a:ext cx="818515" cy="805815"/>
          </a:xfrm>
          <a:custGeom>
            <a:avLst/>
            <a:gdLst>
              <a:gd name="T0" fmla="*/ 0 w 722402"/>
              <a:gd name="T1" fmla="*/ 706357 h 711200"/>
              <a:gd name="T2" fmla="*/ 210799 w 722402"/>
              <a:gd name="T3" fmla="*/ 202969 h 711200"/>
              <a:gd name="T4" fmla="*/ 717354 w 722402"/>
              <a:gd name="T5" fmla="*/ 89 h 711200"/>
              <a:gd name="T6" fmla="*/ 0 60000 65536"/>
              <a:gd name="T7" fmla="*/ 0 60000 65536"/>
              <a:gd name="T8" fmla="*/ 0 60000 65536"/>
            </a:gdLst>
            <a:ahLst/>
            <a:cxnLst>
              <a:cxn ang="T6">
                <a:pos x="T0" y="T1"/>
              </a:cxn>
              <a:cxn ang="T7">
                <a:pos x="T2" y="T3"/>
              </a:cxn>
              <a:cxn ang="T8">
                <a:pos x="T4" y="T5"/>
              </a:cxn>
            </a:cxnLst>
            <a:rect l="0" t="0" r="r" b="b"/>
            <a:pathLst>
              <a:path w="722402" h="711200">
                <a:moveTo>
                  <a:pt x="0" y="711200"/>
                </a:moveTo>
                <a:cubicBezTo>
                  <a:pt x="0" y="520636"/>
                  <a:pt x="76476" y="338044"/>
                  <a:pt x="212282" y="204361"/>
                </a:cubicBezTo>
                <a:cubicBezTo>
                  <a:pt x="348088" y="70678"/>
                  <a:pt x="531862" y="-2913"/>
                  <a:pt x="722402" y="89"/>
                </a:cubicBezTo>
              </a:path>
            </a:pathLst>
          </a:custGeom>
          <a:noFill/>
          <a:ln w="25400">
            <a:solidFill>
              <a:srgbClr val="629B69"/>
            </a:solidFill>
            <a:round/>
          </a:ln>
          <a:extLst>
            <a:ext uri="{909E8E84-426E-40DD-AFC4-6F175D3DCCD1}">
              <a14:hiddenFill xmlns:a14="http://schemas.microsoft.com/office/drawing/2010/main">
                <a:solidFill>
                  <a:srgbClr val="FFFFFF"/>
                </a:solidFill>
              </a14:hiddenFill>
            </a:ext>
          </a:extLst>
        </p:spPr>
        <p:txBody>
          <a:bodyPr anchor="ctr"/>
          <a:lstStyle/>
          <a:p>
            <a:pPr>
              <a:defRPr/>
            </a:pPr>
            <a:endParaRPr lang="zh-CN" altLang="en-US" sz="2400" kern="0">
              <a:solidFill>
                <a:sysClr val="windowText" lastClr="000000"/>
              </a:solidFill>
              <a:latin typeface="汉仪南宫体简" panose="02010600000101010101" pitchFamily="2" charset="-122"/>
              <a:ea typeface="汉仪南宫体简" panose="02010600000101010101" pitchFamily="2" charset="-122"/>
              <a:sym typeface="汉仪南宫体简" panose="02010600000101010101" pitchFamily="2" charset="-122"/>
            </a:endParaRPr>
          </a:p>
        </p:txBody>
      </p:sp>
      <p:cxnSp>
        <p:nvCxnSpPr>
          <p:cNvPr id="18" name="Line4"/>
          <p:cNvCxnSpPr/>
          <p:nvPr>
            <p:custDataLst>
              <p:tags r:id="rId17"/>
            </p:custDataLst>
          </p:nvPr>
        </p:nvCxnSpPr>
        <p:spPr>
          <a:xfrm>
            <a:off x="5539105" y="2820035"/>
            <a:ext cx="826135" cy="0"/>
          </a:xfrm>
          <a:prstGeom prst="line">
            <a:avLst/>
          </a:prstGeom>
          <a:noFill/>
          <a:ln w="25400" cap="flat" cmpd="sng" algn="ctr">
            <a:solidFill>
              <a:srgbClr val="629B69"/>
            </a:solidFill>
            <a:prstDash val="solid"/>
            <a:miter lim="800000"/>
            <a:headEnd type="none"/>
          </a:ln>
          <a:effectLst/>
        </p:spPr>
      </p:cxnSp>
      <p:sp>
        <p:nvSpPr>
          <p:cNvPr id="40" name="Text box0"/>
          <p:cNvSpPr txBox="1"/>
          <p:nvPr/>
        </p:nvSpPr>
        <p:spPr>
          <a:xfrm>
            <a:off x="1064895" y="4185920"/>
            <a:ext cx="2088515" cy="39878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noProof="0">
                <a:ln>
                  <a:noFill/>
                </a:ln>
                <a:solidFill>
                  <a:schemeClr val="tx1"/>
                </a:solidFill>
                <a:uLnTx/>
                <a:uFillTx/>
                <a:latin typeface="汉仪南宫体简" panose="02010600000101010101" pitchFamily="2" charset="-122"/>
                <a:ea typeface="汉仪南宫体简" panose="02010600000101010101" pitchFamily="2" charset="-122"/>
                <a:cs typeface="阿里巴巴普惠体 R" panose="00020600040101010101" charset="-122"/>
                <a:sym typeface="汉仪南宫体简" panose="02010600000101010101" pitchFamily="2" charset="-122"/>
              </a:rPr>
              <a:t>标题文本预设</a:t>
            </a:r>
            <a:endParaRPr lang="zh-CN" altLang="en-US" sz="2000" noProof="0" dirty="0">
              <a:ln>
                <a:noFill/>
              </a:ln>
              <a:solidFill>
                <a:schemeClr val="tx1"/>
              </a:solidFill>
              <a:uLnTx/>
              <a:uFillTx/>
              <a:latin typeface="汉仪南宫体简" panose="02010600000101010101" pitchFamily="2" charset="-122"/>
              <a:ea typeface="汉仪南宫体简" panose="02010600000101010101" pitchFamily="2" charset="-122"/>
              <a:cs typeface="阿里巴巴普惠体 R" panose="00020600040101010101" charset="-122"/>
              <a:sym typeface="汉仪南宫体简" panose="02010600000101010101" pitchFamily="2" charset="-122"/>
            </a:endParaRPr>
          </a:p>
        </p:txBody>
      </p:sp>
      <p:sp>
        <p:nvSpPr>
          <p:cNvPr id="41" name="Text box1"/>
          <p:cNvSpPr txBox="1"/>
          <p:nvPr/>
        </p:nvSpPr>
        <p:spPr>
          <a:xfrm>
            <a:off x="916940" y="4618355"/>
            <a:ext cx="2383790" cy="1250950"/>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20000"/>
              </a:lnSpc>
              <a:buNone/>
            </a:pPr>
            <a:r>
              <a:rPr lang="zh-CN" altLang="en-US" sz="1400" kern="1300" spc="800" dirty="0">
                <a:solidFill>
                  <a:prstClr val="white">
                    <a:lumMod val="50000"/>
                  </a:prstClr>
                </a:solidFill>
                <a:uFillTx/>
                <a:latin typeface="汉仪南宫体简" panose="02010600000101010101" pitchFamily="2" charset="-122"/>
                <a:ea typeface="汉仪南宫体简" panose="02010600000101010101" pitchFamily="2" charset="-122"/>
                <a:cs typeface="阿里巴巴普惠体 R" panose="00020600040101010101" charset="-122"/>
                <a:sym typeface="汉仪南宫体简" panose="02010600000101010101" pitchFamily="2" charset="-122"/>
              </a:rPr>
              <a:t>添加您的文本添加您的文本添加您的文本添加您的文本添加您的文本添加您的文本</a:t>
            </a:r>
            <a:endParaRPr lang="zh-CN" altLang="en-US" sz="1400" kern="1300" spc="800" dirty="0">
              <a:solidFill>
                <a:prstClr val="white">
                  <a:lumMod val="50000"/>
                </a:prstClr>
              </a:solidFill>
              <a:uFillTx/>
              <a:latin typeface="汉仪南宫体简" panose="02010600000101010101" pitchFamily="2" charset="-122"/>
              <a:ea typeface="汉仪南宫体简" panose="02010600000101010101" pitchFamily="2" charset="-122"/>
              <a:cs typeface="阿里巴巴普惠体 R" panose="00020600040101010101" charset="-122"/>
              <a:sym typeface="汉仪南宫体简" panose="02010600000101010101" pitchFamily="2" charset="-122"/>
            </a:endParaRPr>
          </a:p>
        </p:txBody>
      </p:sp>
      <p:sp>
        <p:nvSpPr>
          <p:cNvPr id="38" name="Text box2"/>
          <p:cNvSpPr txBox="1"/>
          <p:nvPr/>
        </p:nvSpPr>
        <p:spPr>
          <a:xfrm>
            <a:off x="3740785" y="4185920"/>
            <a:ext cx="2088515" cy="39878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noProof="0">
                <a:ln>
                  <a:noFill/>
                </a:ln>
                <a:solidFill>
                  <a:schemeClr val="tx1"/>
                </a:solidFill>
                <a:uLnTx/>
                <a:uFillTx/>
                <a:latin typeface="汉仪南宫体简" panose="02010600000101010101" pitchFamily="2" charset="-122"/>
                <a:ea typeface="汉仪南宫体简" panose="02010600000101010101" pitchFamily="2" charset="-122"/>
                <a:cs typeface="阿里巴巴普惠体 R" panose="00020600040101010101" charset="-122"/>
                <a:sym typeface="汉仪南宫体简" panose="02010600000101010101" pitchFamily="2" charset="-122"/>
              </a:rPr>
              <a:t>标题文本预设</a:t>
            </a:r>
            <a:endParaRPr lang="zh-CN" altLang="en-US" sz="2000" noProof="0" dirty="0">
              <a:ln>
                <a:noFill/>
              </a:ln>
              <a:solidFill>
                <a:schemeClr val="tx1"/>
              </a:solidFill>
              <a:uLnTx/>
              <a:uFillTx/>
              <a:latin typeface="汉仪南宫体简" panose="02010600000101010101" pitchFamily="2" charset="-122"/>
              <a:ea typeface="汉仪南宫体简" panose="02010600000101010101" pitchFamily="2" charset="-122"/>
              <a:cs typeface="阿里巴巴普惠体 R" panose="00020600040101010101" charset="-122"/>
              <a:sym typeface="汉仪南宫体简" panose="02010600000101010101" pitchFamily="2" charset="-122"/>
            </a:endParaRPr>
          </a:p>
        </p:txBody>
      </p:sp>
      <p:sp>
        <p:nvSpPr>
          <p:cNvPr id="39" name="Text box3"/>
          <p:cNvSpPr txBox="1"/>
          <p:nvPr/>
        </p:nvSpPr>
        <p:spPr>
          <a:xfrm>
            <a:off x="3593465" y="4618355"/>
            <a:ext cx="2383790" cy="1250950"/>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20000"/>
              </a:lnSpc>
              <a:buNone/>
            </a:pPr>
            <a:r>
              <a:rPr lang="zh-CN" altLang="en-US" sz="1400" kern="1300" spc="800" dirty="0">
                <a:solidFill>
                  <a:prstClr val="white">
                    <a:lumMod val="50000"/>
                  </a:prstClr>
                </a:solidFill>
                <a:uFillTx/>
                <a:latin typeface="汉仪南宫体简" panose="02010600000101010101" pitchFamily="2" charset="-122"/>
                <a:ea typeface="汉仪南宫体简" panose="02010600000101010101" pitchFamily="2" charset="-122"/>
                <a:cs typeface="阿里巴巴普惠体 R" panose="00020600040101010101" charset="-122"/>
                <a:sym typeface="汉仪南宫体简" panose="02010600000101010101" pitchFamily="2" charset="-122"/>
              </a:rPr>
              <a:t>添加您的文本添加您的文本添加您的文本添加您的文本添加您的文本添加您的文本</a:t>
            </a:r>
            <a:endParaRPr lang="zh-CN" altLang="en-US" sz="1400" kern="1300" spc="800" dirty="0">
              <a:solidFill>
                <a:prstClr val="white">
                  <a:lumMod val="50000"/>
                </a:prstClr>
              </a:solidFill>
              <a:uFillTx/>
              <a:latin typeface="汉仪南宫体简" panose="02010600000101010101" pitchFamily="2" charset="-122"/>
              <a:ea typeface="汉仪南宫体简" panose="02010600000101010101" pitchFamily="2" charset="-122"/>
              <a:cs typeface="阿里巴巴普惠体 R" panose="00020600040101010101" charset="-122"/>
              <a:sym typeface="汉仪南宫体简" panose="02010600000101010101" pitchFamily="2" charset="-122"/>
            </a:endParaRPr>
          </a:p>
        </p:txBody>
      </p:sp>
      <p:sp>
        <p:nvSpPr>
          <p:cNvPr id="36" name="Text box4"/>
          <p:cNvSpPr txBox="1"/>
          <p:nvPr/>
        </p:nvSpPr>
        <p:spPr>
          <a:xfrm>
            <a:off x="6416675" y="4185920"/>
            <a:ext cx="2088515" cy="39878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noProof="0">
                <a:ln>
                  <a:noFill/>
                </a:ln>
                <a:solidFill>
                  <a:schemeClr val="tx1"/>
                </a:solidFill>
                <a:uLnTx/>
                <a:uFillTx/>
                <a:latin typeface="汉仪南宫体简" panose="02010600000101010101" pitchFamily="2" charset="-122"/>
                <a:ea typeface="汉仪南宫体简" panose="02010600000101010101" pitchFamily="2" charset="-122"/>
                <a:cs typeface="阿里巴巴普惠体 R" panose="00020600040101010101" charset="-122"/>
                <a:sym typeface="汉仪南宫体简" panose="02010600000101010101" pitchFamily="2" charset="-122"/>
              </a:rPr>
              <a:t>标题文本预设</a:t>
            </a:r>
            <a:endParaRPr lang="zh-CN" altLang="en-US" sz="2000" noProof="0" dirty="0">
              <a:ln>
                <a:noFill/>
              </a:ln>
              <a:solidFill>
                <a:schemeClr val="tx1"/>
              </a:solidFill>
              <a:uLnTx/>
              <a:uFillTx/>
              <a:latin typeface="汉仪南宫体简" panose="02010600000101010101" pitchFamily="2" charset="-122"/>
              <a:ea typeface="汉仪南宫体简" panose="02010600000101010101" pitchFamily="2" charset="-122"/>
              <a:cs typeface="阿里巴巴普惠体 R" panose="00020600040101010101" charset="-122"/>
              <a:sym typeface="汉仪南宫体简" panose="02010600000101010101" pitchFamily="2" charset="-122"/>
            </a:endParaRPr>
          </a:p>
        </p:txBody>
      </p:sp>
      <p:sp>
        <p:nvSpPr>
          <p:cNvPr id="37" name="Text box5"/>
          <p:cNvSpPr txBox="1"/>
          <p:nvPr/>
        </p:nvSpPr>
        <p:spPr>
          <a:xfrm>
            <a:off x="6269355" y="4618355"/>
            <a:ext cx="2383790" cy="1250950"/>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20000"/>
              </a:lnSpc>
              <a:buNone/>
            </a:pPr>
            <a:r>
              <a:rPr lang="zh-CN" altLang="en-US" sz="1400" kern="1300" spc="800" dirty="0">
                <a:solidFill>
                  <a:prstClr val="white">
                    <a:lumMod val="50000"/>
                  </a:prstClr>
                </a:solidFill>
                <a:uFillTx/>
                <a:latin typeface="汉仪南宫体简" panose="02010600000101010101" pitchFamily="2" charset="-122"/>
                <a:ea typeface="汉仪南宫体简" panose="02010600000101010101" pitchFamily="2" charset="-122"/>
                <a:cs typeface="阿里巴巴普惠体 R" panose="00020600040101010101" charset="-122"/>
                <a:sym typeface="汉仪南宫体简" panose="02010600000101010101" pitchFamily="2" charset="-122"/>
              </a:rPr>
              <a:t>添加您的文本添加您的文本添加您的文本添加您的文本添加您的文本添加您的文本</a:t>
            </a:r>
            <a:endParaRPr lang="zh-CN" altLang="en-US" sz="1400" kern="1300" spc="800" dirty="0">
              <a:solidFill>
                <a:prstClr val="white">
                  <a:lumMod val="50000"/>
                </a:prstClr>
              </a:solidFill>
              <a:uFillTx/>
              <a:latin typeface="汉仪南宫体简" panose="02010600000101010101" pitchFamily="2" charset="-122"/>
              <a:ea typeface="汉仪南宫体简" panose="02010600000101010101" pitchFamily="2" charset="-122"/>
              <a:cs typeface="阿里巴巴普惠体 R" panose="00020600040101010101" charset="-122"/>
              <a:sym typeface="汉仪南宫体简" panose="02010600000101010101" pitchFamily="2" charset="-122"/>
            </a:endParaRPr>
          </a:p>
        </p:txBody>
      </p:sp>
      <p:sp>
        <p:nvSpPr>
          <p:cNvPr id="34" name="Text box6"/>
          <p:cNvSpPr txBox="1"/>
          <p:nvPr/>
        </p:nvSpPr>
        <p:spPr>
          <a:xfrm>
            <a:off x="9116060" y="4185920"/>
            <a:ext cx="2088515" cy="39878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noProof="0">
                <a:ln>
                  <a:noFill/>
                </a:ln>
                <a:solidFill>
                  <a:schemeClr val="tx1"/>
                </a:solidFill>
                <a:uLnTx/>
                <a:uFillTx/>
                <a:latin typeface="汉仪南宫体简" panose="02010600000101010101" pitchFamily="2" charset="-122"/>
                <a:ea typeface="汉仪南宫体简" panose="02010600000101010101" pitchFamily="2" charset="-122"/>
                <a:cs typeface="阿里巴巴普惠体 R" panose="00020600040101010101" charset="-122"/>
                <a:sym typeface="汉仪南宫体简" panose="02010600000101010101" pitchFamily="2" charset="-122"/>
              </a:rPr>
              <a:t>标题文本预设</a:t>
            </a:r>
            <a:endParaRPr lang="zh-CN" altLang="en-US" sz="2000" noProof="0" dirty="0">
              <a:ln>
                <a:noFill/>
              </a:ln>
              <a:solidFill>
                <a:schemeClr val="tx1"/>
              </a:solidFill>
              <a:uLnTx/>
              <a:uFillTx/>
              <a:latin typeface="汉仪南宫体简" panose="02010600000101010101" pitchFamily="2" charset="-122"/>
              <a:ea typeface="汉仪南宫体简" panose="02010600000101010101" pitchFamily="2" charset="-122"/>
              <a:cs typeface="阿里巴巴普惠体 R" panose="00020600040101010101" charset="-122"/>
              <a:sym typeface="汉仪南宫体简" panose="02010600000101010101" pitchFamily="2" charset="-122"/>
            </a:endParaRPr>
          </a:p>
        </p:txBody>
      </p:sp>
      <p:sp>
        <p:nvSpPr>
          <p:cNvPr id="35" name="Text box7"/>
          <p:cNvSpPr txBox="1"/>
          <p:nvPr/>
        </p:nvSpPr>
        <p:spPr>
          <a:xfrm>
            <a:off x="8968740" y="4618355"/>
            <a:ext cx="2383790" cy="1250950"/>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20000"/>
              </a:lnSpc>
              <a:buNone/>
            </a:pPr>
            <a:r>
              <a:rPr lang="zh-CN" altLang="en-US" sz="1400" kern="1300" spc="800" dirty="0">
                <a:solidFill>
                  <a:prstClr val="white">
                    <a:lumMod val="50000"/>
                  </a:prstClr>
                </a:solidFill>
                <a:uFillTx/>
                <a:latin typeface="汉仪南宫体简" panose="02010600000101010101" pitchFamily="2" charset="-122"/>
                <a:ea typeface="汉仪南宫体简" panose="02010600000101010101" pitchFamily="2" charset="-122"/>
                <a:cs typeface="阿里巴巴普惠体 R" panose="00020600040101010101" charset="-122"/>
                <a:sym typeface="汉仪南宫体简" panose="02010600000101010101" pitchFamily="2" charset="-122"/>
              </a:rPr>
              <a:t>添加您的文本添加您的文本添加您的文本添加您的文本添加您的文本添加您的文本</a:t>
            </a:r>
            <a:endParaRPr lang="zh-CN" altLang="en-US" sz="1400" kern="1300" spc="800" dirty="0">
              <a:solidFill>
                <a:prstClr val="white">
                  <a:lumMod val="50000"/>
                </a:prstClr>
              </a:solidFill>
              <a:uFillTx/>
              <a:latin typeface="汉仪南宫体简" panose="02010600000101010101" pitchFamily="2" charset="-122"/>
              <a:ea typeface="汉仪南宫体简" panose="02010600000101010101" pitchFamily="2" charset="-122"/>
              <a:cs typeface="阿里巴巴普惠体 R" panose="00020600040101010101" charset="-122"/>
              <a:sym typeface="汉仪南宫体简" panose="02010600000101010101" pitchFamily="2" charset="-122"/>
            </a:endParaRPr>
          </a:p>
        </p:txBody>
      </p:sp>
    </p:spTree>
  </p:cSld>
  <p:clrMapOvr>
    <a:masterClrMapping/>
  </p:clrMapOvr>
</p:sld>
</file>

<file path=ppt/tags/tag1.xml><?xml version="1.0" encoding="utf-8"?>
<p:tagLst xmlns:p="http://schemas.openxmlformats.org/presentationml/2006/main">
  <p:tag name="MH" val="20151209233025"/>
  <p:tag name="MH_LIBRARY" val="GRAPHIC"/>
  <p:tag name="MH_TYPE" val="SubTitle"/>
  <p:tag name="MH_ORDER" val="1"/>
</p:tagLst>
</file>

<file path=ppt/tags/tag2.xml><?xml version="1.0" encoding="utf-8"?>
<p:tagLst xmlns:p="http://schemas.openxmlformats.org/presentationml/2006/main">
  <p:tag name="MH" val="20151209233025"/>
  <p:tag name="MH_LIBRARY" val="GRAPHIC"/>
  <p:tag name="MH_TYPE" val="Other"/>
  <p:tag name="MH_ORDER" val="1"/>
</p:tagLst>
</file>

<file path=ppt/tags/tag3.xml><?xml version="1.0" encoding="utf-8"?>
<p:tagLst xmlns:p="http://schemas.openxmlformats.org/presentationml/2006/main">
  <p:tag name="MH" val="20151209233025"/>
  <p:tag name="MH_LIBRARY" val="GRAPHIC"/>
  <p:tag name="MH_TYPE" val="Other"/>
  <p:tag name="MH_ORDER" val="3"/>
</p:tagLst>
</file>

<file path=ppt/tags/tag4.xml><?xml version="1.0" encoding="utf-8"?>
<p:tagLst xmlns:p="http://schemas.openxmlformats.org/presentationml/2006/main">
  <p:tag name="MH" val="20151209233025"/>
  <p:tag name="MH_LIBRARY" val="GRAPHIC"/>
  <p:tag name="MH_TYPE" val="SubTitle"/>
  <p:tag name="MH_ORDER" val="2"/>
</p:tagLst>
</file>

<file path=ppt/tags/tag5.xml><?xml version="1.0" encoding="utf-8"?>
<p:tagLst xmlns:p="http://schemas.openxmlformats.org/presentationml/2006/main">
  <p:tag name="MH" val="20151209233025"/>
  <p:tag name="MH_LIBRARY" val="GRAPHIC"/>
  <p:tag name="MH_TYPE" val="SubTitle"/>
  <p:tag name="MH_ORDER" val="3"/>
</p:tagLst>
</file>

<file path=ppt/tags/tag6.xml><?xml version="1.0" encoding="utf-8"?>
<p:tagLst xmlns:p="http://schemas.openxmlformats.org/presentationml/2006/main">
  <p:tag name="MH" val="20151209233025"/>
  <p:tag name="MH_LIBRARY" val="GRAPHIC"/>
  <p:tag name="MH_TYPE" val="SubTitle"/>
  <p:tag name="MH_ORDER" val="4"/>
</p:tagLst>
</file>

<file path=ppt/tags/tag7.xml><?xml version="1.0" encoding="utf-8"?>
<p:tagLst xmlns:p="http://schemas.openxmlformats.org/presentationml/2006/main">
  <p:tag name="MH" val="20151209233025"/>
  <p:tag name="MH_LIBRARY" val="GRAPHIC"/>
  <p:tag name="MH_TYPE" val="Other"/>
  <p:tag name="MH_ORDER" val="6"/>
</p:tagLst>
</file>

<file path=ppt/tags/tag8.xml><?xml version="1.0" encoding="utf-8"?>
<p:tagLst xmlns:p="http://schemas.openxmlformats.org/presentationml/2006/main">
  <p:tag name="MH" val="20151209233025"/>
  <p:tag name="MH_LIBRARY" val="GRAPHIC"/>
  <p:tag name="MH_TYPE" val="Other"/>
  <p:tag name="MH_ORDER" val="8"/>
</p:tagLst>
</file>

<file path=ppt/tags/tag9.xml><?xml version="1.0" encoding="utf-8"?>
<p:tagLst xmlns:p="http://schemas.openxmlformats.org/presentationml/2006/main">
  <p:tag name="MH" val="20151209233025"/>
  <p:tag name="MH_LIBRARY" val="GRAPHIC"/>
  <p:tag name="MH_TYPE" val="Other"/>
  <p:tag name="MH_ORDER" val="10"/>
</p:tagLst>
</file>

<file path=ppt/tags/tag10.xml><?xml version="1.0" encoding="utf-8"?>
<p:tagLst xmlns:p="http://schemas.openxmlformats.org/presentationml/2006/main">
  <p:tag name="MH" val="20151209233025"/>
  <p:tag name="MH_LIBRARY" val="GRAPHIC"/>
  <p:tag name="MH_TYPE" val="Other"/>
  <p:tag name="MH_ORDER" val="9"/>
</p:tagLst>
</file>

<file path=ppt/tags/tag11.xml><?xml version="1.0" encoding="utf-8"?>
<p:tagLst xmlns:p="http://schemas.openxmlformats.org/presentationml/2006/main">
  <p:tag name="MH" val="20151209233025"/>
  <p:tag name="MH_LIBRARY" val="GRAPHIC"/>
  <p:tag name="MH_TYPE" val="Other"/>
  <p:tag name="MH_ORDER" val="11"/>
</p:tagLst>
</file>

<file path=ppt/tags/tag12.xml><?xml version="1.0" encoding="utf-8"?>
<p:tagLst xmlns:p="http://schemas.openxmlformats.org/presentationml/2006/main">
  <p:tag name="MH" val="20151209233025"/>
  <p:tag name="MH_LIBRARY" val="GRAPHIC"/>
  <p:tag name="MH_TYPE" val="Other"/>
  <p:tag name="MH_ORDER" val="2"/>
</p:tagLst>
</file>

<file path=ppt/tags/tag13.xml><?xml version="1.0" encoding="utf-8"?>
<p:tagLst xmlns:p="http://schemas.openxmlformats.org/presentationml/2006/main">
  <p:tag name="MH" val="20151209233025"/>
  <p:tag name="MH_LIBRARY" val="GRAPHIC"/>
  <p:tag name="MH_TYPE" val="Other"/>
  <p:tag name="MH_ORDER" val="5"/>
</p:tagLst>
</file>

<file path=ppt/tags/tag14.xml><?xml version="1.0" encoding="utf-8"?>
<p:tagLst xmlns:p="http://schemas.openxmlformats.org/presentationml/2006/main">
  <p:tag name="MH" val="20151209233025"/>
  <p:tag name="MH_LIBRARY" val="GRAPHIC"/>
  <p:tag name="MH_TYPE" val="Other"/>
  <p:tag name="MH_ORDER" val="12"/>
</p:tagLst>
</file>

<file path=ppt/tags/tag15.xml><?xml version="1.0" encoding="utf-8"?>
<p:tagLst xmlns:p="http://schemas.openxmlformats.org/presentationml/2006/main">
  <p:tag name="MH" val="20151209233025"/>
  <p:tag name="MH_LIBRARY" val="GRAPHIC"/>
  <p:tag name="MH_TYPE" val="Other"/>
  <p:tag name="MH_ORDER" val="4"/>
</p:tagLst>
</file>

<file path=ppt/tags/tag16.xml><?xml version="1.0" encoding="utf-8"?>
<p:tagLst xmlns:p="http://schemas.openxmlformats.org/presentationml/2006/main">
  <p:tag name="MH" val="20151209233025"/>
  <p:tag name="MH_LIBRARY" val="GRAPHIC"/>
  <p:tag name="MH_TYPE" val="Other"/>
  <p:tag name="MH_ORDER" val="7"/>
</p:tagLst>
</file>

<file path=ppt/tags/tag17.xml><?xml version="1.0" encoding="utf-8"?>
<p:tagLst xmlns:p="http://schemas.openxmlformats.org/presentationml/2006/main">
  <p:tag name="MH" val="20151209233025"/>
  <p:tag name="MH_LIBRARY" val="GRAPHIC"/>
  <p:tag name="MH_TYPE" val="Other"/>
  <p:tag name="MH_ORDER" val="1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531</Words>
  <Application>WPS 演示</Application>
  <PresentationFormat>宽屏</PresentationFormat>
  <Paragraphs>56</Paragraphs>
  <Slides>4</Slides>
  <Notes>18</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vt:i4>
      </vt:variant>
    </vt:vector>
  </HeadingPairs>
  <TitlesOfParts>
    <vt:vector size="17" baseType="lpstr">
      <vt:lpstr>Arial</vt:lpstr>
      <vt:lpstr>宋体</vt:lpstr>
      <vt:lpstr>Wingdings</vt:lpstr>
      <vt:lpstr>汉仪南宫体简</vt:lpstr>
      <vt:lpstr>Calibri Light</vt:lpstr>
      <vt:lpstr>Calibri</vt:lpstr>
      <vt:lpstr>阿里巴巴普惠体 R</vt:lpstr>
      <vt:lpstr>Neris Thin</vt:lpstr>
      <vt:lpstr>Arial Narrow</vt:lpstr>
      <vt:lpstr>微软雅黑</vt:lpstr>
      <vt:lpstr>Arial Unicode MS</vt:lpstr>
      <vt:lpstr>Segoe Print</vt:lpstr>
      <vt:lpstr>Office 主题</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cp:lastModifiedBy>
  <cp:revision>2</cp:revision>
  <dcterms:created xsi:type="dcterms:W3CDTF">2019-08-19T02:31:00Z</dcterms:created>
  <dcterms:modified xsi:type="dcterms:W3CDTF">2026-05-07T03:44:59Z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KSOTemplateUUID">
    <vt:lpwstr>v1.0_mb_pWOfjC/FvLDqDn7FvbMYZQ==</vt:lpwstr>
  </property>
  <property fmtid="{D5CDD505-2E9C-101B-9397-08002B2CF9AE}" pid="4" name="ICV">
    <vt:lpwstr>E10B54E219114E5CAD97730590BCCAFB_11</vt:lpwstr>
  </property>
</Properties>
</file>